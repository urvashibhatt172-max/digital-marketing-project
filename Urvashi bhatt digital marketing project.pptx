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rvashi Bhatt" userId="e6b18678a1f5dd8e" providerId="LiveId" clId="{4F67EB7D-B8C3-411C-ACA8-424BF8280EFF}"/>
    <pc:docChg chg="custSel modSld">
      <pc:chgData name="Urvashi Bhatt" userId="e6b18678a1f5dd8e" providerId="LiveId" clId="{4F67EB7D-B8C3-411C-ACA8-424BF8280EFF}" dt="2025-11-30T15:17:29.911" v="2" actId="34135"/>
      <pc:docMkLst>
        <pc:docMk/>
      </pc:docMkLst>
      <pc:sldChg chg="delSp modSp mod">
        <pc:chgData name="Urvashi Bhatt" userId="e6b18678a1f5dd8e" providerId="LiveId" clId="{4F67EB7D-B8C3-411C-ACA8-424BF8280EFF}" dt="2025-11-30T15:17:29.911" v="2" actId="34135"/>
        <pc:sldMkLst>
          <pc:docMk/>
          <pc:sldMk cId="3187360405" sldId="266"/>
        </pc:sldMkLst>
        <pc:spChg chg="del">
          <ac:chgData name="Urvashi Bhatt" userId="e6b18678a1f5dd8e" providerId="LiveId" clId="{4F67EB7D-B8C3-411C-ACA8-424BF8280EFF}" dt="2025-11-30T15:16:28.065" v="0" actId="478"/>
          <ac:spMkLst>
            <pc:docMk/>
            <pc:sldMk cId="3187360405" sldId="266"/>
            <ac:spMk id="2" creationId="{1948C906-C8CD-710A-8FBB-39F0D2EFC53C}"/>
          </ac:spMkLst>
        </pc:spChg>
        <pc:spChg chg="mod">
          <ac:chgData name="Urvashi Bhatt" userId="e6b18678a1f5dd8e" providerId="LiveId" clId="{4F67EB7D-B8C3-411C-ACA8-424BF8280EFF}" dt="2025-11-30T15:17:29.911" v="2" actId="34135"/>
          <ac:spMkLst>
            <pc:docMk/>
            <pc:sldMk cId="3187360405" sldId="266"/>
            <ac:spMk id="7" creationId="{11072F88-BD2D-0227-90D6-A984FB10CC38}"/>
          </ac:spMkLst>
        </pc:spChg>
        <pc:picChg chg="mod">
          <ac:chgData name="Urvashi Bhatt" userId="e6b18678a1f5dd8e" providerId="LiveId" clId="{4F67EB7D-B8C3-411C-ACA8-424BF8280EFF}" dt="2025-11-30T15:17:23.678" v="1" actId="34135"/>
          <ac:picMkLst>
            <pc:docMk/>
            <pc:sldMk cId="3187360405" sldId="266"/>
            <ac:picMk id="8" creationId="{C54D7821-5D74-2EA6-8676-EAD5782E1EA8}"/>
          </ac:picMkLst>
        </pc:picChg>
      </pc:sldChg>
    </pc:docChg>
  </pc:docChgLst>
</pc:chgInfo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E37660-C512-4988-983F-2C55FB197B85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61B1334-BF64-4072-89A1-7014DDD42D27}">
      <dgm:prSet phldrT="[Text]" phldr="0"/>
      <dgm:spPr/>
      <dgm:t>
        <a:bodyPr/>
        <a:lstStyle/>
        <a:p>
          <a:r>
            <a:rPr lang="en-IN" dirty="0"/>
            <a:t>AWARENESS</a:t>
          </a:r>
        </a:p>
      </dgm:t>
    </dgm:pt>
    <dgm:pt modelId="{CECDC47E-DE63-4824-8415-10E46F10F28D}" type="parTrans" cxnId="{C0F669FA-765C-4F3D-83E5-FE666E05E331}">
      <dgm:prSet/>
      <dgm:spPr/>
      <dgm:t>
        <a:bodyPr/>
        <a:lstStyle/>
        <a:p>
          <a:endParaRPr lang="en-IN"/>
        </a:p>
      </dgm:t>
    </dgm:pt>
    <dgm:pt modelId="{447AB27B-B90B-4AA9-9974-3E8912CA9AE0}" type="sibTrans" cxnId="{C0F669FA-765C-4F3D-83E5-FE666E05E331}">
      <dgm:prSet/>
      <dgm:spPr/>
      <dgm:t>
        <a:bodyPr/>
        <a:lstStyle/>
        <a:p>
          <a:endParaRPr lang="en-IN"/>
        </a:p>
      </dgm:t>
    </dgm:pt>
    <dgm:pt modelId="{742974C0-EE3C-45B8-B6A6-35C6C4565C78}">
      <dgm:prSet phldrT="[Text]" phldr="0"/>
      <dgm:spPr/>
      <dgm:t>
        <a:bodyPr/>
        <a:lstStyle/>
        <a:p>
          <a:r>
            <a:rPr lang="en-IN" dirty="0"/>
            <a:t>ENGAGEMENT</a:t>
          </a:r>
        </a:p>
      </dgm:t>
    </dgm:pt>
    <dgm:pt modelId="{4DDE34A3-675F-4489-9AAF-001ED0339171}" type="parTrans" cxnId="{942291FF-8DEB-4820-A22D-125C379E2045}">
      <dgm:prSet/>
      <dgm:spPr/>
      <dgm:t>
        <a:bodyPr/>
        <a:lstStyle/>
        <a:p>
          <a:endParaRPr lang="en-IN"/>
        </a:p>
      </dgm:t>
    </dgm:pt>
    <dgm:pt modelId="{B3A2F6FF-2866-4468-B3C0-D8D61C0A2536}" type="sibTrans" cxnId="{942291FF-8DEB-4820-A22D-125C379E2045}">
      <dgm:prSet/>
      <dgm:spPr/>
      <dgm:t>
        <a:bodyPr/>
        <a:lstStyle/>
        <a:p>
          <a:endParaRPr lang="en-IN"/>
        </a:p>
      </dgm:t>
    </dgm:pt>
    <dgm:pt modelId="{D32D23BA-5FDE-4C28-B009-B43EB1D2D19F}">
      <dgm:prSet phldrT="[Text]" phldr="0"/>
      <dgm:spPr/>
      <dgm:t>
        <a:bodyPr/>
        <a:lstStyle/>
        <a:p>
          <a:r>
            <a:rPr lang="en-IN" dirty="0"/>
            <a:t>SALES</a:t>
          </a:r>
        </a:p>
      </dgm:t>
    </dgm:pt>
    <dgm:pt modelId="{0B031DBE-01F2-4D37-80C1-3391D8D8159A}" type="parTrans" cxnId="{11D6BDC5-81E1-41C8-A4D8-5100C2459D9D}">
      <dgm:prSet/>
      <dgm:spPr/>
      <dgm:t>
        <a:bodyPr/>
        <a:lstStyle/>
        <a:p>
          <a:endParaRPr lang="en-IN"/>
        </a:p>
      </dgm:t>
    </dgm:pt>
    <dgm:pt modelId="{038CD009-0685-4B70-B3E9-A6ED05AFB3DD}" type="sibTrans" cxnId="{11D6BDC5-81E1-41C8-A4D8-5100C2459D9D}">
      <dgm:prSet/>
      <dgm:spPr/>
      <dgm:t>
        <a:bodyPr/>
        <a:lstStyle/>
        <a:p>
          <a:endParaRPr lang="en-IN"/>
        </a:p>
      </dgm:t>
    </dgm:pt>
    <dgm:pt modelId="{AB8CD066-8326-49C7-8336-085863D004AE}" type="pres">
      <dgm:prSet presAssocID="{03E37660-C512-4988-983F-2C55FB197B85}" presName="Name0" presStyleCnt="0">
        <dgm:presLayoutVars>
          <dgm:dir/>
          <dgm:resizeHandles val="exact"/>
        </dgm:presLayoutVars>
      </dgm:prSet>
      <dgm:spPr/>
    </dgm:pt>
    <dgm:pt modelId="{814D37BE-85DD-4C3C-BFE8-4E4276A2A0C6}" type="pres">
      <dgm:prSet presAssocID="{03E37660-C512-4988-983F-2C55FB197B85}" presName="arrow" presStyleLbl="bgShp" presStyleIdx="0" presStyleCnt="1"/>
      <dgm:spPr/>
    </dgm:pt>
    <dgm:pt modelId="{3AEBC1EE-AE77-472C-8FEF-998551FEBAEB}" type="pres">
      <dgm:prSet presAssocID="{03E37660-C512-4988-983F-2C55FB197B85}" presName="points" presStyleCnt="0"/>
      <dgm:spPr/>
    </dgm:pt>
    <dgm:pt modelId="{61B7B8E4-95AF-4AD7-8C37-4265E30F158B}" type="pres">
      <dgm:prSet presAssocID="{461B1334-BF64-4072-89A1-7014DDD42D27}" presName="compositeA" presStyleCnt="0"/>
      <dgm:spPr/>
    </dgm:pt>
    <dgm:pt modelId="{730E7C3C-6989-4A0B-A4E0-73A9BD412E5B}" type="pres">
      <dgm:prSet presAssocID="{461B1334-BF64-4072-89A1-7014DDD42D27}" presName="textA" presStyleLbl="revTx" presStyleIdx="0" presStyleCnt="3">
        <dgm:presLayoutVars>
          <dgm:bulletEnabled val="1"/>
        </dgm:presLayoutVars>
      </dgm:prSet>
      <dgm:spPr/>
    </dgm:pt>
    <dgm:pt modelId="{E27C7650-64CB-46F0-B06E-4B0B3741F4F6}" type="pres">
      <dgm:prSet presAssocID="{461B1334-BF64-4072-89A1-7014DDD42D27}" presName="circleA" presStyleLbl="node1" presStyleIdx="0" presStyleCnt="3"/>
      <dgm:spPr/>
    </dgm:pt>
    <dgm:pt modelId="{DA7A376A-614A-4C2A-9860-2CB4EBB91451}" type="pres">
      <dgm:prSet presAssocID="{461B1334-BF64-4072-89A1-7014DDD42D27}" presName="spaceA" presStyleCnt="0"/>
      <dgm:spPr/>
    </dgm:pt>
    <dgm:pt modelId="{9EE8BB6E-1239-468E-B2B0-027D35DD29DA}" type="pres">
      <dgm:prSet presAssocID="{447AB27B-B90B-4AA9-9974-3E8912CA9AE0}" presName="space" presStyleCnt="0"/>
      <dgm:spPr/>
    </dgm:pt>
    <dgm:pt modelId="{DBECA679-E1D7-4750-8DB8-C91314205578}" type="pres">
      <dgm:prSet presAssocID="{742974C0-EE3C-45B8-B6A6-35C6C4565C78}" presName="compositeB" presStyleCnt="0"/>
      <dgm:spPr/>
    </dgm:pt>
    <dgm:pt modelId="{853AC12D-9965-4EE0-B675-100A3E86FA5B}" type="pres">
      <dgm:prSet presAssocID="{742974C0-EE3C-45B8-B6A6-35C6C4565C78}" presName="textB" presStyleLbl="revTx" presStyleIdx="1" presStyleCnt="3">
        <dgm:presLayoutVars>
          <dgm:bulletEnabled val="1"/>
        </dgm:presLayoutVars>
      </dgm:prSet>
      <dgm:spPr/>
    </dgm:pt>
    <dgm:pt modelId="{17BF5184-1A65-4769-9C05-4E476F606DCD}" type="pres">
      <dgm:prSet presAssocID="{742974C0-EE3C-45B8-B6A6-35C6C4565C78}" presName="circleB" presStyleLbl="node1" presStyleIdx="1" presStyleCnt="3"/>
      <dgm:spPr/>
    </dgm:pt>
    <dgm:pt modelId="{D0F5C78F-BE64-41D0-A93E-2E744C9F9E5A}" type="pres">
      <dgm:prSet presAssocID="{742974C0-EE3C-45B8-B6A6-35C6C4565C78}" presName="spaceB" presStyleCnt="0"/>
      <dgm:spPr/>
    </dgm:pt>
    <dgm:pt modelId="{B20E838B-32F1-4607-B94F-6F0C80BBC6E8}" type="pres">
      <dgm:prSet presAssocID="{B3A2F6FF-2866-4468-B3C0-D8D61C0A2536}" presName="space" presStyleCnt="0"/>
      <dgm:spPr/>
    </dgm:pt>
    <dgm:pt modelId="{1B692193-00F2-4BED-9652-E12B5D314D05}" type="pres">
      <dgm:prSet presAssocID="{D32D23BA-5FDE-4C28-B009-B43EB1D2D19F}" presName="compositeA" presStyleCnt="0"/>
      <dgm:spPr/>
    </dgm:pt>
    <dgm:pt modelId="{889CBDB5-0517-44AD-8275-6AA17334A425}" type="pres">
      <dgm:prSet presAssocID="{D32D23BA-5FDE-4C28-B009-B43EB1D2D19F}" presName="textA" presStyleLbl="revTx" presStyleIdx="2" presStyleCnt="3">
        <dgm:presLayoutVars>
          <dgm:bulletEnabled val="1"/>
        </dgm:presLayoutVars>
      </dgm:prSet>
      <dgm:spPr/>
    </dgm:pt>
    <dgm:pt modelId="{7271777B-CE7B-4032-918F-472BE1A31378}" type="pres">
      <dgm:prSet presAssocID="{D32D23BA-5FDE-4C28-B009-B43EB1D2D19F}" presName="circleA" presStyleLbl="node1" presStyleIdx="2" presStyleCnt="3"/>
      <dgm:spPr/>
    </dgm:pt>
    <dgm:pt modelId="{72EADC56-C47C-4E30-B114-B66B538A1CAB}" type="pres">
      <dgm:prSet presAssocID="{D32D23BA-5FDE-4C28-B009-B43EB1D2D19F}" presName="spaceA" presStyleCnt="0"/>
      <dgm:spPr/>
    </dgm:pt>
  </dgm:ptLst>
  <dgm:cxnLst>
    <dgm:cxn modelId="{0A2D3348-CACC-4330-82EF-B7D0D10D8B56}" type="presOf" srcId="{742974C0-EE3C-45B8-B6A6-35C6C4565C78}" destId="{853AC12D-9965-4EE0-B675-100A3E86FA5B}" srcOrd="0" destOrd="0" presId="urn:microsoft.com/office/officeart/2005/8/layout/hProcess11"/>
    <dgm:cxn modelId="{8A313E8E-6AEE-4535-AEB0-32AD1F72868D}" type="presOf" srcId="{03E37660-C512-4988-983F-2C55FB197B85}" destId="{AB8CD066-8326-49C7-8336-085863D004AE}" srcOrd="0" destOrd="0" presId="urn:microsoft.com/office/officeart/2005/8/layout/hProcess11"/>
    <dgm:cxn modelId="{D3A614C2-B623-42B2-A003-4017FB09B934}" type="presOf" srcId="{461B1334-BF64-4072-89A1-7014DDD42D27}" destId="{730E7C3C-6989-4A0B-A4E0-73A9BD412E5B}" srcOrd="0" destOrd="0" presId="urn:microsoft.com/office/officeart/2005/8/layout/hProcess11"/>
    <dgm:cxn modelId="{11D6BDC5-81E1-41C8-A4D8-5100C2459D9D}" srcId="{03E37660-C512-4988-983F-2C55FB197B85}" destId="{D32D23BA-5FDE-4C28-B009-B43EB1D2D19F}" srcOrd="2" destOrd="0" parTransId="{0B031DBE-01F2-4D37-80C1-3391D8D8159A}" sibTransId="{038CD009-0685-4B70-B3E9-A6ED05AFB3DD}"/>
    <dgm:cxn modelId="{FEBF14DD-C2A7-44F4-B677-EB4843AEF439}" type="presOf" srcId="{D32D23BA-5FDE-4C28-B009-B43EB1D2D19F}" destId="{889CBDB5-0517-44AD-8275-6AA17334A425}" srcOrd="0" destOrd="0" presId="urn:microsoft.com/office/officeart/2005/8/layout/hProcess11"/>
    <dgm:cxn modelId="{C0F669FA-765C-4F3D-83E5-FE666E05E331}" srcId="{03E37660-C512-4988-983F-2C55FB197B85}" destId="{461B1334-BF64-4072-89A1-7014DDD42D27}" srcOrd="0" destOrd="0" parTransId="{CECDC47E-DE63-4824-8415-10E46F10F28D}" sibTransId="{447AB27B-B90B-4AA9-9974-3E8912CA9AE0}"/>
    <dgm:cxn modelId="{942291FF-8DEB-4820-A22D-125C379E2045}" srcId="{03E37660-C512-4988-983F-2C55FB197B85}" destId="{742974C0-EE3C-45B8-B6A6-35C6C4565C78}" srcOrd="1" destOrd="0" parTransId="{4DDE34A3-675F-4489-9AAF-001ED0339171}" sibTransId="{B3A2F6FF-2866-4468-B3C0-D8D61C0A2536}"/>
    <dgm:cxn modelId="{CF66CCAF-4402-4F23-BBEB-289111F629AD}" type="presParOf" srcId="{AB8CD066-8326-49C7-8336-085863D004AE}" destId="{814D37BE-85DD-4C3C-BFE8-4E4276A2A0C6}" srcOrd="0" destOrd="0" presId="urn:microsoft.com/office/officeart/2005/8/layout/hProcess11"/>
    <dgm:cxn modelId="{854CFD2D-1015-4A81-A540-B152E8E7026F}" type="presParOf" srcId="{AB8CD066-8326-49C7-8336-085863D004AE}" destId="{3AEBC1EE-AE77-472C-8FEF-998551FEBAEB}" srcOrd="1" destOrd="0" presId="urn:microsoft.com/office/officeart/2005/8/layout/hProcess11"/>
    <dgm:cxn modelId="{37A4175A-D944-4476-89DF-76098077FB42}" type="presParOf" srcId="{3AEBC1EE-AE77-472C-8FEF-998551FEBAEB}" destId="{61B7B8E4-95AF-4AD7-8C37-4265E30F158B}" srcOrd="0" destOrd="0" presId="urn:microsoft.com/office/officeart/2005/8/layout/hProcess11"/>
    <dgm:cxn modelId="{B16C2AFF-B1A4-4565-9F03-03FAE42673CE}" type="presParOf" srcId="{61B7B8E4-95AF-4AD7-8C37-4265E30F158B}" destId="{730E7C3C-6989-4A0B-A4E0-73A9BD412E5B}" srcOrd="0" destOrd="0" presId="urn:microsoft.com/office/officeart/2005/8/layout/hProcess11"/>
    <dgm:cxn modelId="{19A5A8C9-2A6D-4704-8BD2-91D71FA890D9}" type="presParOf" srcId="{61B7B8E4-95AF-4AD7-8C37-4265E30F158B}" destId="{E27C7650-64CB-46F0-B06E-4B0B3741F4F6}" srcOrd="1" destOrd="0" presId="urn:microsoft.com/office/officeart/2005/8/layout/hProcess11"/>
    <dgm:cxn modelId="{B86E57C8-3DF5-4477-9EDD-A88FE906BDEE}" type="presParOf" srcId="{61B7B8E4-95AF-4AD7-8C37-4265E30F158B}" destId="{DA7A376A-614A-4C2A-9860-2CB4EBB91451}" srcOrd="2" destOrd="0" presId="urn:microsoft.com/office/officeart/2005/8/layout/hProcess11"/>
    <dgm:cxn modelId="{2A7EBDDB-6D01-4E85-B98F-25AC8040B10B}" type="presParOf" srcId="{3AEBC1EE-AE77-472C-8FEF-998551FEBAEB}" destId="{9EE8BB6E-1239-468E-B2B0-027D35DD29DA}" srcOrd="1" destOrd="0" presId="urn:microsoft.com/office/officeart/2005/8/layout/hProcess11"/>
    <dgm:cxn modelId="{7EDF31A7-6F22-4996-B04F-BF103F9871F1}" type="presParOf" srcId="{3AEBC1EE-AE77-472C-8FEF-998551FEBAEB}" destId="{DBECA679-E1D7-4750-8DB8-C91314205578}" srcOrd="2" destOrd="0" presId="urn:microsoft.com/office/officeart/2005/8/layout/hProcess11"/>
    <dgm:cxn modelId="{8F2A7B88-BF5E-4C33-82E6-C76E45D447DB}" type="presParOf" srcId="{DBECA679-E1D7-4750-8DB8-C91314205578}" destId="{853AC12D-9965-4EE0-B675-100A3E86FA5B}" srcOrd="0" destOrd="0" presId="urn:microsoft.com/office/officeart/2005/8/layout/hProcess11"/>
    <dgm:cxn modelId="{8E8725DE-7A5F-4613-9AE5-AFCFEB1E0DF5}" type="presParOf" srcId="{DBECA679-E1D7-4750-8DB8-C91314205578}" destId="{17BF5184-1A65-4769-9C05-4E476F606DCD}" srcOrd="1" destOrd="0" presId="urn:microsoft.com/office/officeart/2005/8/layout/hProcess11"/>
    <dgm:cxn modelId="{08A7EEAC-9C99-4A02-993A-74207CD9DB27}" type="presParOf" srcId="{DBECA679-E1D7-4750-8DB8-C91314205578}" destId="{D0F5C78F-BE64-41D0-A93E-2E744C9F9E5A}" srcOrd="2" destOrd="0" presId="urn:microsoft.com/office/officeart/2005/8/layout/hProcess11"/>
    <dgm:cxn modelId="{DDA6809A-EC47-44EA-B7F0-28EE54048106}" type="presParOf" srcId="{3AEBC1EE-AE77-472C-8FEF-998551FEBAEB}" destId="{B20E838B-32F1-4607-B94F-6F0C80BBC6E8}" srcOrd="3" destOrd="0" presId="urn:microsoft.com/office/officeart/2005/8/layout/hProcess11"/>
    <dgm:cxn modelId="{F68358F6-DCC2-4908-BD9B-71176B574038}" type="presParOf" srcId="{3AEBC1EE-AE77-472C-8FEF-998551FEBAEB}" destId="{1B692193-00F2-4BED-9652-E12B5D314D05}" srcOrd="4" destOrd="0" presId="urn:microsoft.com/office/officeart/2005/8/layout/hProcess11"/>
    <dgm:cxn modelId="{2211E9BA-F753-4F08-A3BB-C4FDF6AE2CF0}" type="presParOf" srcId="{1B692193-00F2-4BED-9652-E12B5D314D05}" destId="{889CBDB5-0517-44AD-8275-6AA17334A425}" srcOrd="0" destOrd="0" presId="urn:microsoft.com/office/officeart/2005/8/layout/hProcess11"/>
    <dgm:cxn modelId="{A41CAFAC-42BF-4158-8F5B-E96D18A1D0EF}" type="presParOf" srcId="{1B692193-00F2-4BED-9652-E12B5D314D05}" destId="{7271777B-CE7B-4032-918F-472BE1A31378}" srcOrd="1" destOrd="0" presId="urn:microsoft.com/office/officeart/2005/8/layout/hProcess11"/>
    <dgm:cxn modelId="{AA552F03-08B3-4B66-87DF-A12B8E333800}" type="presParOf" srcId="{1B692193-00F2-4BED-9652-E12B5D314D05}" destId="{72EADC56-C47C-4E30-B114-B66B538A1CA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FC7C1E-7F1D-40A5-B0EF-37535A86B58A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B686F37-BBD2-4157-9F3C-36F70BD5ECC4}">
      <dgm:prSet phldrT="[Text]"/>
      <dgm:spPr/>
      <dgm:t>
        <a:bodyPr/>
        <a:lstStyle/>
        <a:p>
          <a:pPr>
            <a:buNone/>
          </a:pPr>
          <a:r>
            <a:rPr lang="en-IN" b="1" dirty="0"/>
            <a:t>Instagram Campaigns (20000rs)</a:t>
          </a:r>
          <a:r>
            <a:rPr lang="en-IN" dirty="0"/>
            <a:t> </a:t>
          </a:r>
        </a:p>
      </dgm:t>
    </dgm:pt>
    <dgm:pt modelId="{379E3283-2906-428B-A91C-DAF9E85ED88E}" type="parTrans" cxnId="{E5955081-FF4C-471B-BA50-CBD9C6AD979A}">
      <dgm:prSet/>
      <dgm:spPr/>
      <dgm:t>
        <a:bodyPr/>
        <a:lstStyle/>
        <a:p>
          <a:endParaRPr lang="en-IN"/>
        </a:p>
      </dgm:t>
    </dgm:pt>
    <dgm:pt modelId="{B1CD3865-22E1-4FCF-B469-F6F131EECF4A}" type="sibTrans" cxnId="{E5955081-FF4C-471B-BA50-CBD9C6AD979A}">
      <dgm:prSet/>
      <dgm:spPr/>
      <dgm:t>
        <a:bodyPr/>
        <a:lstStyle/>
        <a:p>
          <a:endParaRPr lang="en-IN"/>
        </a:p>
      </dgm:t>
    </dgm:pt>
    <dgm:pt modelId="{37C7C3C0-E830-4958-9802-74C6AAB1709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Create visually appealing posts/reels highlighting eco-friendly lifestyle. Run </a:t>
          </a:r>
          <a:r>
            <a:rPr lang="en-US" b="1" dirty="0"/>
            <a:t>paid ads</a:t>
          </a:r>
          <a:r>
            <a:rPr lang="en-US" dirty="0"/>
            <a:t> targeting 18–35 age group, urban professionals, fitness enthusiasts.</a:t>
          </a:r>
          <a:endParaRPr lang="en-IN" dirty="0"/>
        </a:p>
      </dgm:t>
    </dgm:pt>
    <dgm:pt modelId="{FE79245A-34DB-43C6-AF8C-CC0AB8352EF0}" type="parTrans" cxnId="{C7F315CE-2D33-456B-86C3-0B040C9E02F1}">
      <dgm:prSet/>
      <dgm:spPr/>
      <dgm:t>
        <a:bodyPr/>
        <a:lstStyle/>
        <a:p>
          <a:endParaRPr lang="en-IN"/>
        </a:p>
      </dgm:t>
    </dgm:pt>
    <dgm:pt modelId="{EA5D07B7-40C7-4BAC-B855-832C8D9A0F98}" type="sibTrans" cxnId="{C7F315CE-2D33-456B-86C3-0B040C9E02F1}">
      <dgm:prSet/>
      <dgm:spPr/>
      <dgm:t>
        <a:bodyPr/>
        <a:lstStyle/>
        <a:p>
          <a:endParaRPr lang="en-IN"/>
        </a:p>
      </dgm:t>
    </dgm:pt>
    <dgm:pt modelId="{681BA903-8F08-4AF4-AAA7-C2B77304E5C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Google Search Ads (10000rs)</a:t>
          </a:r>
          <a:r>
            <a:rPr lang="en-IN" dirty="0"/>
            <a:t> </a:t>
          </a:r>
        </a:p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FF76FE2D-3942-4224-AFAD-1769B244C923}" type="parTrans" cxnId="{5C75FBB0-C649-485F-946C-6469EC8FE0E0}">
      <dgm:prSet/>
      <dgm:spPr/>
      <dgm:t>
        <a:bodyPr/>
        <a:lstStyle/>
        <a:p>
          <a:endParaRPr lang="en-IN"/>
        </a:p>
      </dgm:t>
    </dgm:pt>
    <dgm:pt modelId="{65F5B62D-4B52-4EE5-BA19-02C60BCFEC40}" type="sibTrans" cxnId="{5C75FBB0-C649-485F-946C-6469EC8FE0E0}">
      <dgm:prSet/>
      <dgm:spPr/>
      <dgm:t>
        <a:bodyPr/>
        <a:lstStyle/>
        <a:p>
          <a:endParaRPr lang="en-IN"/>
        </a:p>
      </dgm:t>
    </dgm:pt>
    <dgm:pt modelId="{D0EF9DA4-60A0-40CF-9D0A-56E9968D1FDD}">
      <dgm:prSet phldrT="[Text]"/>
      <dgm:spPr/>
      <dgm:t>
        <a:bodyPr/>
        <a:lstStyle/>
        <a:p>
          <a:pPr>
            <a:buNone/>
          </a:pPr>
          <a:endParaRPr lang="en-IN" dirty="0"/>
        </a:p>
      </dgm:t>
    </dgm:pt>
    <dgm:pt modelId="{5A31C77E-FCF2-40AC-AC5E-9D893F5D7509}" type="parTrans" cxnId="{543B80FE-30BF-4434-8BAE-9B35FA9C0712}">
      <dgm:prSet/>
      <dgm:spPr/>
      <dgm:t>
        <a:bodyPr/>
        <a:lstStyle/>
        <a:p>
          <a:endParaRPr lang="en-IN"/>
        </a:p>
      </dgm:t>
    </dgm:pt>
    <dgm:pt modelId="{F5292326-7CE4-4248-8E5B-7B900B2B2827}" type="sibTrans" cxnId="{543B80FE-30BF-4434-8BAE-9B35FA9C0712}">
      <dgm:prSet/>
      <dgm:spPr/>
      <dgm:t>
        <a:bodyPr/>
        <a:lstStyle/>
        <a:p>
          <a:endParaRPr lang="en-IN"/>
        </a:p>
      </dgm:t>
    </dgm:pt>
    <dgm:pt modelId="{0161B794-41A2-40D8-A998-031E7DC7BCF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Target keywords: “eco-friendly bottles,” “bamboo water bottle,” “sustainable lifestyle products.”</a:t>
          </a:r>
        </a:p>
      </dgm:t>
    </dgm:pt>
    <dgm:pt modelId="{8F31AD6F-37EA-4E63-A58F-080DFEB2DEB5}" type="parTrans" cxnId="{49003198-2442-4F70-B885-A700FBBE3D13}">
      <dgm:prSet/>
      <dgm:spPr/>
      <dgm:t>
        <a:bodyPr/>
        <a:lstStyle/>
        <a:p>
          <a:endParaRPr lang="en-IN"/>
        </a:p>
      </dgm:t>
    </dgm:pt>
    <dgm:pt modelId="{B9035CD8-C016-44FE-BC39-C67D59434225}" type="sibTrans" cxnId="{49003198-2442-4F70-B885-A700FBBE3D13}">
      <dgm:prSet/>
      <dgm:spPr/>
      <dgm:t>
        <a:bodyPr/>
        <a:lstStyle/>
        <a:p>
          <a:endParaRPr lang="en-IN"/>
        </a:p>
      </dgm:t>
    </dgm:pt>
    <dgm:pt modelId="{1B46ED11-6888-4E6D-B883-73DCD2C028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Focus on high-intent searches with shopping ads.</a:t>
          </a:r>
        </a:p>
      </dgm:t>
    </dgm:pt>
    <dgm:pt modelId="{1D6D632C-4143-4769-8587-164279D698BB}" type="parTrans" cxnId="{BF930F9E-5C61-44E9-9205-09072E9034AC}">
      <dgm:prSet/>
      <dgm:spPr/>
      <dgm:t>
        <a:bodyPr/>
        <a:lstStyle/>
        <a:p>
          <a:endParaRPr lang="en-IN"/>
        </a:p>
      </dgm:t>
    </dgm:pt>
    <dgm:pt modelId="{47364036-E27F-4F79-AE5C-89A9F4CCBBAB}" type="sibTrans" cxnId="{BF930F9E-5C61-44E9-9205-09072E9034AC}">
      <dgm:prSet/>
      <dgm:spPr/>
      <dgm:t>
        <a:bodyPr/>
        <a:lstStyle/>
        <a:p>
          <a:endParaRPr lang="en-IN"/>
        </a:p>
      </dgm:t>
    </dgm:pt>
    <dgm:pt modelId="{18550EAF-7E55-440E-BC16-E390E431E51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hashtags: #EcoSip #SustainableLiving #PlasticFreeIndia.</a:t>
          </a:r>
        </a:p>
      </dgm:t>
    </dgm:pt>
    <dgm:pt modelId="{C294F783-3FB2-4098-9FFC-632AFF5DBA40}" type="parTrans" cxnId="{910C2263-E6FF-45E0-A4CF-DA7701918B32}">
      <dgm:prSet/>
      <dgm:spPr/>
      <dgm:t>
        <a:bodyPr/>
        <a:lstStyle/>
        <a:p>
          <a:endParaRPr lang="en-IN"/>
        </a:p>
      </dgm:t>
    </dgm:pt>
    <dgm:pt modelId="{CBB22348-5BCB-4B5A-A231-6B1E4138D729}" type="sibTrans" cxnId="{910C2263-E6FF-45E0-A4CF-DA7701918B32}">
      <dgm:prSet/>
      <dgm:spPr/>
      <dgm:t>
        <a:bodyPr/>
        <a:lstStyle/>
        <a:p>
          <a:endParaRPr lang="en-IN"/>
        </a:p>
      </dgm:t>
    </dgm:pt>
    <dgm:pt modelId="{FC3B8D1B-8DB6-4468-B248-7D4199874B7F}" type="pres">
      <dgm:prSet presAssocID="{53FC7C1E-7F1D-40A5-B0EF-37535A86B58A}" presName="linear" presStyleCnt="0">
        <dgm:presLayoutVars>
          <dgm:animLvl val="lvl"/>
          <dgm:resizeHandles val="exact"/>
        </dgm:presLayoutVars>
      </dgm:prSet>
      <dgm:spPr/>
    </dgm:pt>
    <dgm:pt modelId="{B7E71A77-16CD-4D71-A502-2CDE5A3127DD}" type="pres">
      <dgm:prSet presAssocID="{CB686F37-BBD2-4157-9F3C-36F70BD5ECC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7846E64-4254-463B-8CBE-D125EC257260}" type="pres">
      <dgm:prSet presAssocID="{CB686F37-BBD2-4157-9F3C-36F70BD5ECC4}" presName="childText" presStyleLbl="revTx" presStyleIdx="0" presStyleCnt="2">
        <dgm:presLayoutVars>
          <dgm:bulletEnabled val="1"/>
        </dgm:presLayoutVars>
      </dgm:prSet>
      <dgm:spPr/>
    </dgm:pt>
    <dgm:pt modelId="{FD377E40-B0A8-44F8-A6DE-1AE33234B3F3}" type="pres">
      <dgm:prSet presAssocID="{681BA903-8F08-4AF4-AAA7-C2B77304E5C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7710DB5-E465-4771-8EB4-81B436157CF7}" type="pres">
      <dgm:prSet presAssocID="{681BA903-8F08-4AF4-AAA7-C2B77304E5C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CFFCD07-17EC-4971-BBA5-290F30A567C9}" type="presOf" srcId="{1B46ED11-6888-4E6D-B883-73DCD2C02808}" destId="{47710DB5-E465-4771-8EB4-81B436157CF7}" srcOrd="0" destOrd="2" presId="urn:microsoft.com/office/officeart/2005/8/layout/vList2"/>
    <dgm:cxn modelId="{910C2263-E6FF-45E0-A4CF-DA7701918B32}" srcId="{CB686F37-BBD2-4157-9F3C-36F70BD5ECC4}" destId="{18550EAF-7E55-440E-BC16-E390E431E51C}" srcOrd="1" destOrd="0" parTransId="{C294F783-3FB2-4098-9FFC-632AFF5DBA40}" sibTransId="{CBB22348-5BCB-4B5A-A231-6B1E4138D729}"/>
    <dgm:cxn modelId="{712CAA63-7924-40FB-8BF4-EA2B5D301028}" type="presOf" srcId="{0161B794-41A2-40D8-A998-031E7DC7BCF8}" destId="{47710DB5-E465-4771-8EB4-81B436157CF7}" srcOrd="0" destOrd="1" presId="urn:microsoft.com/office/officeart/2005/8/layout/vList2"/>
    <dgm:cxn modelId="{E5955081-FF4C-471B-BA50-CBD9C6AD979A}" srcId="{53FC7C1E-7F1D-40A5-B0EF-37535A86B58A}" destId="{CB686F37-BBD2-4157-9F3C-36F70BD5ECC4}" srcOrd="0" destOrd="0" parTransId="{379E3283-2906-428B-A91C-DAF9E85ED88E}" sibTransId="{B1CD3865-22E1-4FCF-B469-F6F131EECF4A}"/>
    <dgm:cxn modelId="{49003198-2442-4F70-B885-A700FBBE3D13}" srcId="{D0EF9DA4-60A0-40CF-9D0A-56E9968D1FDD}" destId="{0161B794-41A2-40D8-A998-031E7DC7BCF8}" srcOrd="0" destOrd="0" parTransId="{8F31AD6F-37EA-4E63-A58F-080DFEB2DEB5}" sibTransId="{B9035CD8-C016-44FE-BC39-C67D59434225}"/>
    <dgm:cxn modelId="{BF930F9E-5C61-44E9-9205-09072E9034AC}" srcId="{D0EF9DA4-60A0-40CF-9D0A-56E9968D1FDD}" destId="{1B46ED11-6888-4E6D-B883-73DCD2C02808}" srcOrd="1" destOrd="0" parTransId="{1D6D632C-4143-4769-8587-164279D698BB}" sibTransId="{47364036-E27F-4F79-AE5C-89A9F4CCBBAB}"/>
    <dgm:cxn modelId="{5C75FBB0-C649-485F-946C-6469EC8FE0E0}" srcId="{53FC7C1E-7F1D-40A5-B0EF-37535A86B58A}" destId="{681BA903-8F08-4AF4-AAA7-C2B77304E5CA}" srcOrd="1" destOrd="0" parTransId="{FF76FE2D-3942-4224-AFAD-1769B244C923}" sibTransId="{65F5B62D-4B52-4EE5-BA19-02C60BCFEC40}"/>
    <dgm:cxn modelId="{E97DEBB3-4195-4A66-A345-E2652D543A4F}" type="presOf" srcId="{18550EAF-7E55-440E-BC16-E390E431E51C}" destId="{97846E64-4254-463B-8CBE-D125EC257260}" srcOrd="0" destOrd="1" presId="urn:microsoft.com/office/officeart/2005/8/layout/vList2"/>
    <dgm:cxn modelId="{4611FDBE-2606-44DE-B73E-C1F15069EEAE}" type="presOf" srcId="{53FC7C1E-7F1D-40A5-B0EF-37535A86B58A}" destId="{FC3B8D1B-8DB6-4468-B248-7D4199874B7F}" srcOrd="0" destOrd="0" presId="urn:microsoft.com/office/officeart/2005/8/layout/vList2"/>
    <dgm:cxn modelId="{DBD995C0-10B4-4213-8AB9-7875D02C0E22}" type="presOf" srcId="{D0EF9DA4-60A0-40CF-9D0A-56E9968D1FDD}" destId="{47710DB5-E465-4771-8EB4-81B436157CF7}" srcOrd="0" destOrd="0" presId="urn:microsoft.com/office/officeart/2005/8/layout/vList2"/>
    <dgm:cxn modelId="{C7F315CE-2D33-456B-86C3-0B040C9E02F1}" srcId="{CB686F37-BBD2-4157-9F3C-36F70BD5ECC4}" destId="{37C7C3C0-E830-4958-9802-74C6AAB17090}" srcOrd="0" destOrd="0" parTransId="{FE79245A-34DB-43C6-AF8C-CC0AB8352EF0}" sibTransId="{EA5D07B7-40C7-4BAC-B855-832C8D9A0F98}"/>
    <dgm:cxn modelId="{8D4FD3DF-B31C-4B86-9B47-E57B578513F1}" type="presOf" srcId="{681BA903-8F08-4AF4-AAA7-C2B77304E5CA}" destId="{FD377E40-B0A8-44F8-A6DE-1AE33234B3F3}" srcOrd="0" destOrd="0" presId="urn:microsoft.com/office/officeart/2005/8/layout/vList2"/>
    <dgm:cxn modelId="{CA8749F8-6CED-4837-8B96-7F324D7EFEE9}" type="presOf" srcId="{CB686F37-BBD2-4157-9F3C-36F70BD5ECC4}" destId="{B7E71A77-16CD-4D71-A502-2CDE5A3127DD}" srcOrd="0" destOrd="0" presId="urn:microsoft.com/office/officeart/2005/8/layout/vList2"/>
    <dgm:cxn modelId="{E6BB16FA-AC22-42A2-B296-B48CD7EB9953}" type="presOf" srcId="{37C7C3C0-E830-4958-9802-74C6AAB17090}" destId="{97846E64-4254-463B-8CBE-D125EC257260}" srcOrd="0" destOrd="0" presId="urn:microsoft.com/office/officeart/2005/8/layout/vList2"/>
    <dgm:cxn modelId="{543B80FE-30BF-4434-8BAE-9B35FA9C0712}" srcId="{681BA903-8F08-4AF4-AAA7-C2B77304E5CA}" destId="{D0EF9DA4-60A0-40CF-9D0A-56E9968D1FDD}" srcOrd="0" destOrd="0" parTransId="{5A31C77E-FCF2-40AC-AC5E-9D893F5D7509}" sibTransId="{F5292326-7CE4-4248-8E5B-7B900B2B2827}"/>
    <dgm:cxn modelId="{9C37956D-65F9-4557-96E6-A3CCAE2CAF79}" type="presParOf" srcId="{FC3B8D1B-8DB6-4468-B248-7D4199874B7F}" destId="{B7E71A77-16CD-4D71-A502-2CDE5A3127DD}" srcOrd="0" destOrd="0" presId="urn:microsoft.com/office/officeart/2005/8/layout/vList2"/>
    <dgm:cxn modelId="{F32480E2-935E-4F87-BCE8-6E49E629E68D}" type="presParOf" srcId="{FC3B8D1B-8DB6-4468-B248-7D4199874B7F}" destId="{97846E64-4254-463B-8CBE-D125EC257260}" srcOrd="1" destOrd="0" presId="urn:microsoft.com/office/officeart/2005/8/layout/vList2"/>
    <dgm:cxn modelId="{DF6DE6C5-889A-4BD8-8398-ABD9BEA150E2}" type="presParOf" srcId="{FC3B8D1B-8DB6-4468-B248-7D4199874B7F}" destId="{FD377E40-B0A8-44F8-A6DE-1AE33234B3F3}" srcOrd="2" destOrd="0" presId="urn:microsoft.com/office/officeart/2005/8/layout/vList2"/>
    <dgm:cxn modelId="{E520D59C-7CCE-4F1A-96AD-59EEEE341305}" type="presParOf" srcId="{FC3B8D1B-8DB6-4468-B248-7D4199874B7F}" destId="{47710DB5-E465-4771-8EB4-81B436157CF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2676C4-681D-4337-80C5-C8DE581B5CD1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5118283-AE60-47D6-BFC4-8ACBA168AD9F}">
      <dgm:prSet phldrT="[Text]"/>
      <dgm:spPr/>
      <dgm:t>
        <a:bodyPr/>
        <a:lstStyle/>
        <a:p>
          <a:r>
            <a:rPr lang="en-IN" dirty="0"/>
            <a:t>Influencer Tie-ups (8000rs)</a:t>
          </a:r>
        </a:p>
        <a:p>
          <a:r>
            <a:rPr lang="en-US" dirty="0"/>
            <a:t>•            Micro-influencers (5K–20K followers) in fitness &amp; lifestyle niches.</a:t>
          </a:r>
          <a:endParaRPr lang="en-IN" dirty="0"/>
        </a:p>
        <a:p>
          <a:r>
            <a:rPr lang="en-US" dirty="0"/>
            <a:t>• 	Product gifting + small collaboration fees.</a:t>
          </a:r>
          <a:endParaRPr lang="en-IN" dirty="0"/>
        </a:p>
      </dgm:t>
    </dgm:pt>
    <dgm:pt modelId="{0135DE08-EBC9-4055-ADA3-DC2478C35563}" type="parTrans" cxnId="{F28BA06B-DDA2-4637-A5C7-C9259963D914}">
      <dgm:prSet/>
      <dgm:spPr/>
      <dgm:t>
        <a:bodyPr/>
        <a:lstStyle/>
        <a:p>
          <a:endParaRPr lang="en-IN"/>
        </a:p>
      </dgm:t>
    </dgm:pt>
    <dgm:pt modelId="{FA980CBF-99B1-446C-A267-0D9B29E604A1}" type="sibTrans" cxnId="{F28BA06B-DDA2-4637-A5C7-C9259963D914}">
      <dgm:prSet/>
      <dgm:spPr/>
      <dgm:t>
        <a:bodyPr/>
        <a:lstStyle/>
        <a:p>
          <a:endParaRPr lang="en-IN"/>
        </a:p>
      </dgm:t>
    </dgm:pt>
    <dgm:pt modelId="{3945B87F-5720-4C7F-9166-F86E28BC571C}" type="pres">
      <dgm:prSet presAssocID="{CF2676C4-681D-4337-80C5-C8DE581B5CD1}" presName="linear" presStyleCnt="0">
        <dgm:presLayoutVars>
          <dgm:animLvl val="lvl"/>
          <dgm:resizeHandles val="exact"/>
        </dgm:presLayoutVars>
      </dgm:prSet>
      <dgm:spPr/>
    </dgm:pt>
    <dgm:pt modelId="{FC0F11F4-8E46-4EC7-9B35-8C1153158D05}" type="pres">
      <dgm:prSet presAssocID="{A5118283-AE60-47D6-BFC4-8ACBA168AD9F}" presName="parentText" presStyleLbl="node1" presStyleIdx="0" presStyleCnt="1" custLinFactNeighborX="813" custLinFactNeighborY="75892">
        <dgm:presLayoutVars>
          <dgm:chMax val="0"/>
          <dgm:bulletEnabled val="1"/>
        </dgm:presLayoutVars>
      </dgm:prSet>
      <dgm:spPr/>
    </dgm:pt>
  </dgm:ptLst>
  <dgm:cxnLst>
    <dgm:cxn modelId="{FE3DA83C-12F9-4C08-9D81-12A6FDCD0D3D}" type="presOf" srcId="{CF2676C4-681D-4337-80C5-C8DE581B5CD1}" destId="{3945B87F-5720-4C7F-9166-F86E28BC571C}" srcOrd="0" destOrd="0" presId="urn:microsoft.com/office/officeart/2005/8/layout/vList2"/>
    <dgm:cxn modelId="{F28BA06B-DDA2-4637-A5C7-C9259963D914}" srcId="{CF2676C4-681D-4337-80C5-C8DE581B5CD1}" destId="{A5118283-AE60-47D6-BFC4-8ACBA168AD9F}" srcOrd="0" destOrd="0" parTransId="{0135DE08-EBC9-4055-ADA3-DC2478C35563}" sibTransId="{FA980CBF-99B1-446C-A267-0D9B29E604A1}"/>
    <dgm:cxn modelId="{BAD9A297-9937-4626-A4C7-5767FB1DE14D}" type="presOf" srcId="{A5118283-AE60-47D6-BFC4-8ACBA168AD9F}" destId="{FC0F11F4-8E46-4EC7-9B35-8C1153158D05}" srcOrd="0" destOrd="0" presId="urn:microsoft.com/office/officeart/2005/8/layout/vList2"/>
    <dgm:cxn modelId="{7E1C0AEF-33D9-4BAD-8B1A-9EA25255B2F7}" type="presParOf" srcId="{3945B87F-5720-4C7F-9166-F86E28BC571C}" destId="{FC0F11F4-8E46-4EC7-9B35-8C1153158D0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BA70E9-AB11-451C-856A-721B49CDDF3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E9A3145-8A24-47E2-9A1E-1F349D9CC6E5}">
      <dgm:prSet phldrT="[Text]"/>
      <dgm:spPr/>
      <dgm:t>
        <a:bodyPr/>
        <a:lstStyle/>
        <a:p>
          <a:pPr>
            <a:buNone/>
          </a:pPr>
          <a:r>
            <a:rPr lang="en-IN" b="1" dirty="0"/>
            <a:t>Instagram Engagement (₹15,000)</a:t>
          </a:r>
          <a:r>
            <a:rPr lang="en-IN" dirty="0"/>
            <a:t> </a:t>
          </a:r>
        </a:p>
      </dgm:t>
    </dgm:pt>
    <dgm:pt modelId="{4FB1AC16-06F0-41BD-A9E5-F5B2AA5006AB}" type="parTrans" cxnId="{F83AAC27-6B42-4234-A511-1C5E13BB2381}">
      <dgm:prSet/>
      <dgm:spPr/>
      <dgm:t>
        <a:bodyPr/>
        <a:lstStyle/>
        <a:p>
          <a:endParaRPr lang="en-IN"/>
        </a:p>
      </dgm:t>
    </dgm:pt>
    <dgm:pt modelId="{29B5FDF1-A6FD-4A7E-B027-2E9891A1107E}" type="sibTrans" cxnId="{F83AAC27-6B42-4234-A511-1C5E13BB2381}">
      <dgm:prSet/>
      <dgm:spPr/>
      <dgm:t>
        <a:bodyPr/>
        <a:lstStyle/>
        <a:p>
          <a:endParaRPr lang="en-IN"/>
        </a:p>
      </dgm:t>
    </dgm:pt>
    <dgm:pt modelId="{AADA4613-23A5-42E8-9A57-6AC75FC1AC43}">
      <dgm:prSet phldrT="[Text]" custT="1"/>
      <dgm:spPr/>
      <dgm:t>
        <a:bodyPr/>
        <a:lstStyle/>
        <a:p>
          <a:pPr>
            <a:buNone/>
          </a:pPr>
          <a:endParaRPr lang="en-IN" sz="1600" dirty="0"/>
        </a:p>
      </dgm:t>
    </dgm:pt>
    <dgm:pt modelId="{B2EBD8A9-498D-40B9-BDDA-B015FC141960}" type="parTrans" cxnId="{63EF4C85-6829-42BE-A7DD-192B886A66F5}">
      <dgm:prSet/>
      <dgm:spPr/>
      <dgm:t>
        <a:bodyPr/>
        <a:lstStyle/>
        <a:p>
          <a:endParaRPr lang="en-IN"/>
        </a:p>
      </dgm:t>
    </dgm:pt>
    <dgm:pt modelId="{9B068883-724F-4165-B127-8F26754BAF7B}" type="sibTrans" cxnId="{63EF4C85-6829-42BE-A7DD-192B886A66F5}">
      <dgm:prSet/>
      <dgm:spPr/>
      <dgm:t>
        <a:bodyPr/>
        <a:lstStyle/>
        <a:p>
          <a:endParaRPr lang="en-IN"/>
        </a:p>
      </dgm:t>
    </dgm:pt>
    <dgm:pt modelId="{6270D50F-45A1-4F9B-8215-5D73A37A205D}">
      <dgm:prSet phldrT="[Text]"/>
      <dgm:spPr/>
      <dgm:t>
        <a:bodyPr/>
        <a:lstStyle/>
        <a:p>
          <a:pPr>
            <a:buNone/>
          </a:pPr>
          <a:r>
            <a:rPr lang="en-IN" b="1" dirty="0"/>
            <a:t>Google Ads (₹10,000)</a:t>
          </a:r>
          <a:r>
            <a:rPr lang="en-IN" dirty="0"/>
            <a:t> </a:t>
          </a:r>
        </a:p>
      </dgm:t>
    </dgm:pt>
    <dgm:pt modelId="{8E799098-7037-4A0A-AC93-26041BF983E4}" type="parTrans" cxnId="{B2F405BB-A940-41A9-A177-160F2F375133}">
      <dgm:prSet/>
      <dgm:spPr/>
      <dgm:t>
        <a:bodyPr/>
        <a:lstStyle/>
        <a:p>
          <a:endParaRPr lang="en-IN"/>
        </a:p>
      </dgm:t>
    </dgm:pt>
    <dgm:pt modelId="{915E0A44-25E8-4313-862B-BA0310956F9E}" type="sibTrans" cxnId="{B2F405BB-A940-41A9-A177-160F2F375133}">
      <dgm:prSet/>
      <dgm:spPr/>
      <dgm:t>
        <a:bodyPr/>
        <a:lstStyle/>
        <a:p>
          <a:endParaRPr lang="en-IN"/>
        </a:p>
      </dgm:t>
    </dgm:pt>
    <dgm:pt modelId="{62273054-F459-49D1-AD99-B0C6562B7D46}">
      <dgm:prSet phldrT="[Text]" custT="1"/>
      <dgm:spPr/>
      <dgm:t>
        <a:bodyPr/>
        <a:lstStyle/>
        <a:p>
          <a:r>
            <a:rPr lang="en-US" sz="1600" dirty="0"/>
            <a:t>Retarget website visitors with display ads.</a:t>
          </a:r>
          <a:endParaRPr lang="en-IN" sz="1600" dirty="0"/>
        </a:p>
      </dgm:t>
    </dgm:pt>
    <dgm:pt modelId="{7487E6A7-5181-442B-9949-52FB881A4788}" type="parTrans" cxnId="{C3969EA1-C31E-4685-8D1D-2D8B3CB8994A}">
      <dgm:prSet/>
      <dgm:spPr/>
      <dgm:t>
        <a:bodyPr/>
        <a:lstStyle/>
        <a:p>
          <a:endParaRPr lang="en-IN"/>
        </a:p>
      </dgm:t>
    </dgm:pt>
    <dgm:pt modelId="{F9E8C6AA-072E-4609-B595-62CE203A7367}" type="sibTrans" cxnId="{C3969EA1-C31E-4685-8D1D-2D8B3CB8994A}">
      <dgm:prSet/>
      <dgm:spPr/>
      <dgm:t>
        <a:bodyPr/>
        <a:lstStyle/>
        <a:p>
          <a:endParaRPr lang="en-IN"/>
        </a:p>
      </dgm:t>
    </dgm:pt>
    <dgm:pt modelId="{A03294DC-7A07-4509-8F35-745FF9B5D7B5}">
      <dgm:prSet phldrT="[Text]" custT="1"/>
      <dgm:spPr/>
      <dgm:t>
        <a:bodyPr/>
        <a:lstStyle/>
        <a:p>
          <a:r>
            <a:rPr lang="en-US" sz="1600" dirty="0"/>
            <a:t>Optimize ad copy with sustainability + trendy design USP.</a:t>
          </a:r>
          <a:endParaRPr lang="en-IN" sz="1600" dirty="0"/>
        </a:p>
      </dgm:t>
    </dgm:pt>
    <dgm:pt modelId="{223FF343-4AE5-435F-ADEA-3ECAC9D4B965}" type="parTrans" cxnId="{AA9899F7-F53F-4DC2-B8C7-48BC83C879D4}">
      <dgm:prSet/>
      <dgm:spPr/>
      <dgm:t>
        <a:bodyPr/>
        <a:lstStyle/>
        <a:p>
          <a:endParaRPr lang="en-IN"/>
        </a:p>
      </dgm:t>
    </dgm:pt>
    <dgm:pt modelId="{DE0710D0-A3CD-40B3-84EA-A5A968FA648C}" type="sibTrans" cxnId="{AA9899F7-F53F-4DC2-B8C7-48BC83C879D4}">
      <dgm:prSet/>
      <dgm:spPr/>
      <dgm:t>
        <a:bodyPr/>
        <a:lstStyle/>
        <a:p>
          <a:endParaRPr lang="en-IN"/>
        </a:p>
      </dgm:t>
    </dgm:pt>
    <dgm:pt modelId="{3A985EF3-B7CA-49D3-94CD-FD7704B67C7F}">
      <dgm:prSet phldrT="[Text]"/>
      <dgm:spPr/>
      <dgm:t>
        <a:bodyPr/>
        <a:lstStyle/>
        <a:p>
          <a:r>
            <a:rPr lang="en-IN" dirty="0"/>
            <a:t>Influencer Campaigns (₹7,000)</a:t>
          </a:r>
        </a:p>
        <a:p>
          <a:endParaRPr lang="en-IN" dirty="0"/>
        </a:p>
      </dgm:t>
    </dgm:pt>
    <dgm:pt modelId="{262B00C4-2963-4301-AE37-54569C1FB15B}" type="parTrans" cxnId="{53A9AC3A-AAD8-42CB-81F8-809251B832AD}">
      <dgm:prSet/>
      <dgm:spPr/>
      <dgm:t>
        <a:bodyPr/>
        <a:lstStyle/>
        <a:p>
          <a:endParaRPr lang="en-IN"/>
        </a:p>
      </dgm:t>
    </dgm:pt>
    <dgm:pt modelId="{A08525B7-01F3-44C1-8BAE-13F0DE8C9E80}" type="sibTrans" cxnId="{53A9AC3A-AAD8-42CB-81F8-809251B832AD}">
      <dgm:prSet/>
      <dgm:spPr/>
      <dgm:t>
        <a:bodyPr/>
        <a:lstStyle/>
        <a:p>
          <a:endParaRPr lang="en-IN"/>
        </a:p>
      </dgm:t>
    </dgm:pt>
    <dgm:pt modelId="{98B165CF-69E3-4D87-92C7-EF62855ACDA4}">
      <dgm:prSet phldrT="[Text]" custT="1"/>
      <dgm:spPr/>
      <dgm:t>
        <a:bodyPr/>
        <a:lstStyle/>
        <a:p>
          <a:r>
            <a:rPr lang="en-US" sz="1600" dirty="0"/>
            <a:t>Sponsored posts with fitness trainers &amp; yoga coaches</a:t>
          </a:r>
          <a:endParaRPr lang="en-IN" sz="1600" dirty="0"/>
        </a:p>
      </dgm:t>
    </dgm:pt>
    <dgm:pt modelId="{5ECE0D19-AC5F-44F3-B5BF-5AE01B6BFD3D}" type="parTrans" cxnId="{90832098-98BF-4C23-A2CD-F41BFFE1E170}">
      <dgm:prSet/>
      <dgm:spPr/>
      <dgm:t>
        <a:bodyPr/>
        <a:lstStyle/>
        <a:p>
          <a:endParaRPr lang="en-IN"/>
        </a:p>
      </dgm:t>
    </dgm:pt>
    <dgm:pt modelId="{AA1BA57C-1C1D-47DE-9766-5FC4DB209936}" type="sibTrans" cxnId="{90832098-98BF-4C23-A2CD-F41BFFE1E170}">
      <dgm:prSet/>
      <dgm:spPr/>
      <dgm:t>
        <a:bodyPr/>
        <a:lstStyle/>
        <a:p>
          <a:endParaRPr lang="en-IN"/>
        </a:p>
      </dgm:t>
    </dgm:pt>
    <dgm:pt modelId="{03067B33-C0CF-46CD-A5FC-8A872A19FA0B}">
      <dgm:prSet custT="1"/>
      <dgm:spPr/>
      <dgm:t>
        <a:bodyPr/>
        <a:lstStyle/>
        <a:p>
          <a:pPr>
            <a:buNone/>
          </a:pPr>
          <a:r>
            <a:rPr lang="en-US" sz="1600" dirty="0"/>
            <a:t>Launch a UGC contest: “Show your EcoSip Lifestyle” → best posts win free bottles.</a:t>
          </a:r>
          <a:endParaRPr lang="en-IN" sz="1600" dirty="0"/>
        </a:p>
      </dgm:t>
    </dgm:pt>
    <dgm:pt modelId="{E22B978D-C6B4-4CA9-85A6-807E53E76796}" type="parTrans" cxnId="{96AC23DE-29F4-44C6-BC70-3EA5F9D9C67C}">
      <dgm:prSet/>
      <dgm:spPr/>
      <dgm:t>
        <a:bodyPr/>
        <a:lstStyle/>
        <a:p>
          <a:endParaRPr lang="en-IN"/>
        </a:p>
      </dgm:t>
    </dgm:pt>
    <dgm:pt modelId="{98CAF3C8-2432-4047-B7FB-70C641F9F67C}" type="sibTrans" cxnId="{96AC23DE-29F4-44C6-BC70-3EA5F9D9C67C}">
      <dgm:prSet/>
      <dgm:spPr/>
      <dgm:t>
        <a:bodyPr/>
        <a:lstStyle/>
        <a:p>
          <a:endParaRPr lang="en-IN"/>
        </a:p>
      </dgm:t>
    </dgm:pt>
    <dgm:pt modelId="{B0B22916-68D4-4B50-9923-8AFE8D0800A3}">
      <dgm:prSet custT="1"/>
      <dgm:spPr/>
      <dgm:t>
        <a:bodyPr/>
        <a:lstStyle/>
        <a:p>
          <a:pPr>
            <a:buNone/>
          </a:pPr>
          <a:r>
            <a:rPr lang="en-US" sz="1600" dirty="0"/>
            <a:t>Collaborate with 2 mid-tier influencers (20K–50K followers).</a:t>
          </a:r>
          <a:endParaRPr lang="en-IN" sz="1600" dirty="0"/>
        </a:p>
      </dgm:t>
    </dgm:pt>
    <dgm:pt modelId="{4AC453CA-D25C-44B1-86DF-F2C519C627F2}" type="parTrans" cxnId="{6D0052E6-2A8E-42ED-AF69-A13B7635DD8E}">
      <dgm:prSet/>
      <dgm:spPr/>
      <dgm:t>
        <a:bodyPr/>
        <a:lstStyle/>
        <a:p>
          <a:endParaRPr lang="en-IN"/>
        </a:p>
      </dgm:t>
    </dgm:pt>
    <dgm:pt modelId="{040BF2C6-7015-4BF8-93D8-B1115FE98665}" type="sibTrans" cxnId="{6D0052E6-2A8E-42ED-AF69-A13B7635DD8E}">
      <dgm:prSet/>
      <dgm:spPr/>
      <dgm:t>
        <a:bodyPr/>
        <a:lstStyle/>
        <a:p>
          <a:endParaRPr lang="en-IN"/>
        </a:p>
      </dgm:t>
    </dgm:pt>
    <dgm:pt modelId="{57F4C0EF-C19B-4D5D-9361-64F2BED9B940}">
      <dgm:prSet/>
      <dgm:spPr/>
      <dgm:t>
        <a:bodyPr/>
        <a:lstStyle/>
        <a:p>
          <a:pPr>
            <a:buNone/>
          </a:pPr>
          <a:endParaRPr lang="en-IN" sz="1200" dirty="0"/>
        </a:p>
      </dgm:t>
    </dgm:pt>
    <dgm:pt modelId="{FC4DEDF3-63C6-4D12-A7E3-B5DBD1731292}" type="parTrans" cxnId="{717F53E8-F372-45D9-9360-CBBB6356B6E2}">
      <dgm:prSet/>
      <dgm:spPr/>
      <dgm:t>
        <a:bodyPr/>
        <a:lstStyle/>
        <a:p>
          <a:endParaRPr lang="en-IN"/>
        </a:p>
      </dgm:t>
    </dgm:pt>
    <dgm:pt modelId="{1900CA4E-34A6-478F-B072-187AA5DD21C3}" type="sibTrans" cxnId="{717F53E8-F372-45D9-9360-CBBB6356B6E2}">
      <dgm:prSet/>
      <dgm:spPr/>
      <dgm:t>
        <a:bodyPr/>
        <a:lstStyle/>
        <a:p>
          <a:endParaRPr lang="en-IN"/>
        </a:p>
      </dgm:t>
    </dgm:pt>
    <dgm:pt modelId="{6349C34F-679B-403F-B833-350171359AB2}">
      <dgm:prSet custT="1"/>
      <dgm:spPr/>
      <dgm:t>
        <a:bodyPr/>
        <a:lstStyle/>
        <a:p>
          <a:r>
            <a:rPr lang="en-US" sz="1600" dirty="0"/>
            <a:t>Short Instagram reels showing </a:t>
          </a:r>
          <a:r>
            <a:rPr lang="en-US" sz="1600" dirty="0" err="1"/>
            <a:t>EcoSip</a:t>
          </a:r>
          <a:r>
            <a:rPr lang="en-US" sz="1600" dirty="0"/>
            <a:t> bottles in daily routines</a:t>
          </a:r>
          <a:endParaRPr lang="en-IN" sz="1600" dirty="0"/>
        </a:p>
      </dgm:t>
    </dgm:pt>
    <dgm:pt modelId="{E57649ED-FE77-4A2D-85C9-D4C3507AEE23}" type="parTrans" cxnId="{466874F8-F419-495A-BCC2-5C22DD78D381}">
      <dgm:prSet/>
      <dgm:spPr/>
      <dgm:t>
        <a:bodyPr/>
        <a:lstStyle/>
        <a:p>
          <a:endParaRPr lang="en-IN"/>
        </a:p>
      </dgm:t>
    </dgm:pt>
    <dgm:pt modelId="{25F280C3-C971-42E7-B5BD-A6E336A929AC}" type="sibTrans" cxnId="{466874F8-F419-495A-BCC2-5C22DD78D381}">
      <dgm:prSet/>
      <dgm:spPr/>
      <dgm:t>
        <a:bodyPr/>
        <a:lstStyle/>
        <a:p>
          <a:endParaRPr lang="en-IN"/>
        </a:p>
      </dgm:t>
    </dgm:pt>
    <dgm:pt modelId="{E1EA77C7-9031-4EC2-A709-797E70031429}" type="pres">
      <dgm:prSet presAssocID="{6ABA70E9-AB11-451C-856A-721B49CDDF35}" presName="Name0" presStyleCnt="0">
        <dgm:presLayoutVars>
          <dgm:dir/>
          <dgm:animLvl val="lvl"/>
          <dgm:resizeHandles val="exact"/>
        </dgm:presLayoutVars>
      </dgm:prSet>
      <dgm:spPr/>
    </dgm:pt>
    <dgm:pt modelId="{CCAC3E01-424E-417F-A675-AA90C7BDAE07}" type="pres">
      <dgm:prSet presAssocID="{5E9A3145-8A24-47E2-9A1E-1F349D9CC6E5}" presName="linNode" presStyleCnt="0"/>
      <dgm:spPr/>
    </dgm:pt>
    <dgm:pt modelId="{B9654176-D563-42CE-982A-44F330092309}" type="pres">
      <dgm:prSet presAssocID="{5E9A3145-8A24-47E2-9A1E-1F349D9CC6E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1FA0BA4B-5DF0-478C-A373-BF3911C1276C}" type="pres">
      <dgm:prSet presAssocID="{5E9A3145-8A24-47E2-9A1E-1F349D9CC6E5}" presName="descendantText" presStyleLbl="alignAccFollowNode1" presStyleIdx="0" presStyleCnt="3">
        <dgm:presLayoutVars>
          <dgm:bulletEnabled val="1"/>
        </dgm:presLayoutVars>
      </dgm:prSet>
      <dgm:spPr/>
    </dgm:pt>
    <dgm:pt modelId="{063403D3-04E2-4095-AE89-49E87BBBDB6B}" type="pres">
      <dgm:prSet presAssocID="{29B5FDF1-A6FD-4A7E-B027-2E9891A1107E}" presName="sp" presStyleCnt="0"/>
      <dgm:spPr/>
    </dgm:pt>
    <dgm:pt modelId="{74DD1332-94E6-4F7B-8A4B-AABA7D9CF929}" type="pres">
      <dgm:prSet presAssocID="{6270D50F-45A1-4F9B-8215-5D73A37A205D}" presName="linNode" presStyleCnt="0"/>
      <dgm:spPr/>
    </dgm:pt>
    <dgm:pt modelId="{A97961D4-4A95-4F6C-8B70-DA6F10ECD037}" type="pres">
      <dgm:prSet presAssocID="{6270D50F-45A1-4F9B-8215-5D73A37A205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DBF79D0-D963-4DAF-98B3-10D2EC27C8D0}" type="pres">
      <dgm:prSet presAssocID="{6270D50F-45A1-4F9B-8215-5D73A37A205D}" presName="descendantText" presStyleLbl="alignAccFollowNode1" presStyleIdx="1" presStyleCnt="3">
        <dgm:presLayoutVars>
          <dgm:bulletEnabled val="1"/>
        </dgm:presLayoutVars>
      </dgm:prSet>
      <dgm:spPr/>
    </dgm:pt>
    <dgm:pt modelId="{D097AE3D-CE7D-4293-B3B7-E2FD64B4FD90}" type="pres">
      <dgm:prSet presAssocID="{915E0A44-25E8-4313-862B-BA0310956F9E}" presName="sp" presStyleCnt="0"/>
      <dgm:spPr/>
    </dgm:pt>
    <dgm:pt modelId="{19A31F17-6B40-4125-825A-376D211F0C7B}" type="pres">
      <dgm:prSet presAssocID="{3A985EF3-B7CA-49D3-94CD-FD7704B67C7F}" presName="linNode" presStyleCnt="0"/>
      <dgm:spPr/>
    </dgm:pt>
    <dgm:pt modelId="{4258DC44-01F7-4C6F-AC28-81724BE9E498}" type="pres">
      <dgm:prSet presAssocID="{3A985EF3-B7CA-49D3-94CD-FD7704B67C7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9E5792E-2497-4081-9D49-7443DCD58068}" type="pres">
      <dgm:prSet presAssocID="{3A985EF3-B7CA-49D3-94CD-FD7704B67C7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3ED7012-787A-497B-90FD-A6A48D96EC31}" type="presOf" srcId="{6ABA70E9-AB11-451C-856A-721B49CDDF35}" destId="{E1EA77C7-9031-4EC2-A709-797E70031429}" srcOrd="0" destOrd="0" presId="urn:microsoft.com/office/officeart/2005/8/layout/vList5"/>
    <dgm:cxn modelId="{F83AAC27-6B42-4234-A511-1C5E13BB2381}" srcId="{6ABA70E9-AB11-451C-856A-721B49CDDF35}" destId="{5E9A3145-8A24-47E2-9A1E-1F349D9CC6E5}" srcOrd="0" destOrd="0" parTransId="{4FB1AC16-06F0-41BD-A9E5-F5B2AA5006AB}" sibTransId="{29B5FDF1-A6FD-4A7E-B027-2E9891A1107E}"/>
    <dgm:cxn modelId="{CF2FAC2E-46B7-49C1-B80B-B2D4CD13ADCF}" type="presOf" srcId="{57F4C0EF-C19B-4D5D-9361-64F2BED9B940}" destId="{1FA0BA4B-5DF0-478C-A373-BF3911C1276C}" srcOrd="0" destOrd="3" presId="urn:microsoft.com/office/officeart/2005/8/layout/vList5"/>
    <dgm:cxn modelId="{53A9AC3A-AAD8-42CB-81F8-809251B832AD}" srcId="{6ABA70E9-AB11-451C-856A-721B49CDDF35}" destId="{3A985EF3-B7CA-49D3-94CD-FD7704B67C7F}" srcOrd="2" destOrd="0" parTransId="{262B00C4-2963-4301-AE37-54569C1FB15B}" sibTransId="{A08525B7-01F3-44C1-8BAE-13F0DE8C9E80}"/>
    <dgm:cxn modelId="{3F16985D-C3F0-4D8B-BB2D-030BEB65DEEC}" type="presOf" srcId="{A03294DC-7A07-4509-8F35-745FF9B5D7B5}" destId="{BDBF79D0-D963-4DAF-98B3-10D2EC27C8D0}" srcOrd="0" destOrd="1" presId="urn:microsoft.com/office/officeart/2005/8/layout/vList5"/>
    <dgm:cxn modelId="{EEF3814C-6A65-4E6C-BF55-E3CC6C7A7877}" type="presOf" srcId="{5E9A3145-8A24-47E2-9A1E-1F349D9CC6E5}" destId="{B9654176-D563-42CE-982A-44F330092309}" srcOrd="0" destOrd="0" presId="urn:microsoft.com/office/officeart/2005/8/layout/vList5"/>
    <dgm:cxn modelId="{7B10486F-1450-40EC-B992-3057CFAAFEAF}" type="presOf" srcId="{03067B33-C0CF-46CD-A5FC-8A872A19FA0B}" destId="{1FA0BA4B-5DF0-478C-A373-BF3911C1276C}" srcOrd="0" destOrd="1" presId="urn:microsoft.com/office/officeart/2005/8/layout/vList5"/>
    <dgm:cxn modelId="{63EF4C85-6829-42BE-A7DD-192B886A66F5}" srcId="{5E9A3145-8A24-47E2-9A1E-1F349D9CC6E5}" destId="{AADA4613-23A5-42E8-9A57-6AC75FC1AC43}" srcOrd="0" destOrd="0" parTransId="{B2EBD8A9-498D-40B9-BDDA-B015FC141960}" sibTransId="{9B068883-724F-4165-B127-8F26754BAF7B}"/>
    <dgm:cxn modelId="{90832098-98BF-4C23-A2CD-F41BFFE1E170}" srcId="{3A985EF3-B7CA-49D3-94CD-FD7704B67C7F}" destId="{98B165CF-69E3-4D87-92C7-EF62855ACDA4}" srcOrd="0" destOrd="0" parTransId="{5ECE0D19-AC5F-44F3-B5BF-5AE01B6BFD3D}" sibTransId="{AA1BA57C-1C1D-47DE-9766-5FC4DB209936}"/>
    <dgm:cxn modelId="{C3969EA1-C31E-4685-8D1D-2D8B3CB8994A}" srcId="{6270D50F-45A1-4F9B-8215-5D73A37A205D}" destId="{62273054-F459-49D1-AD99-B0C6562B7D46}" srcOrd="0" destOrd="0" parTransId="{7487E6A7-5181-442B-9949-52FB881A4788}" sibTransId="{F9E8C6AA-072E-4609-B595-62CE203A7367}"/>
    <dgm:cxn modelId="{B2F405BB-A940-41A9-A177-160F2F375133}" srcId="{6ABA70E9-AB11-451C-856A-721B49CDDF35}" destId="{6270D50F-45A1-4F9B-8215-5D73A37A205D}" srcOrd="1" destOrd="0" parTransId="{8E799098-7037-4A0A-AC93-26041BF983E4}" sibTransId="{915E0A44-25E8-4313-862B-BA0310956F9E}"/>
    <dgm:cxn modelId="{250069C3-FF9F-405F-83BE-4154C518A661}" type="presOf" srcId="{98B165CF-69E3-4D87-92C7-EF62855ACDA4}" destId="{99E5792E-2497-4081-9D49-7443DCD58068}" srcOrd="0" destOrd="0" presId="urn:microsoft.com/office/officeart/2005/8/layout/vList5"/>
    <dgm:cxn modelId="{D93E40C5-1BD4-414C-91EB-E7AEC9AC5D8A}" type="presOf" srcId="{62273054-F459-49D1-AD99-B0C6562B7D46}" destId="{BDBF79D0-D963-4DAF-98B3-10D2EC27C8D0}" srcOrd="0" destOrd="0" presId="urn:microsoft.com/office/officeart/2005/8/layout/vList5"/>
    <dgm:cxn modelId="{A4E31EDE-CBD7-4A57-AFE0-46F153CAEED3}" type="presOf" srcId="{6270D50F-45A1-4F9B-8215-5D73A37A205D}" destId="{A97961D4-4A95-4F6C-8B70-DA6F10ECD037}" srcOrd="0" destOrd="0" presId="urn:microsoft.com/office/officeart/2005/8/layout/vList5"/>
    <dgm:cxn modelId="{96AC23DE-29F4-44C6-BC70-3EA5F9D9C67C}" srcId="{5E9A3145-8A24-47E2-9A1E-1F349D9CC6E5}" destId="{03067B33-C0CF-46CD-A5FC-8A872A19FA0B}" srcOrd="1" destOrd="0" parTransId="{E22B978D-C6B4-4CA9-85A6-807E53E76796}" sibTransId="{98CAF3C8-2432-4047-B7FB-70C641F9F67C}"/>
    <dgm:cxn modelId="{6D0052E6-2A8E-42ED-AF69-A13B7635DD8E}" srcId="{5E9A3145-8A24-47E2-9A1E-1F349D9CC6E5}" destId="{B0B22916-68D4-4B50-9923-8AFE8D0800A3}" srcOrd="2" destOrd="0" parTransId="{4AC453CA-D25C-44B1-86DF-F2C519C627F2}" sibTransId="{040BF2C6-7015-4BF8-93D8-B1115FE98665}"/>
    <dgm:cxn modelId="{717F53E8-F372-45D9-9360-CBBB6356B6E2}" srcId="{5E9A3145-8A24-47E2-9A1E-1F349D9CC6E5}" destId="{57F4C0EF-C19B-4D5D-9361-64F2BED9B940}" srcOrd="3" destOrd="0" parTransId="{FC4DEDF3-63C6-4D12-A7E3-B5DBD1731292}" sibTransId="{1900CA4E-34A6-478F-B072-187AA5DD21C3}"/>
    <dgm:cxn modelId="{C37BB9EB-407D-4C5B-919F-E4FF011D871A}" type="presOf" srcId="{AADA4613-23A5-42E8-9A57-6AC75FC1AC43}" destId="{1FA0BA4B-5DF0-478C-A373-BF3911C1276C}" srcOrd="0" destOrd="0" presId="urn:microsoft.com/office/officeart/2005/8/layout/vList5"/>
    <dgm:cxn modelId="{43F821F2-C26B-4003-9E0B-621C17AD47E8}" type="presOf" srcId="{B0B22916-68D4-4B50-9923-8AFE8D0800A3}" destId="{1FA0BA4B-5DF0-478C-A373-BF3911C1276C}" srcOrd="0" destOrd="2" presId="urn:microsoft.com/office/officeart/2005/8/layout/vList5"/>
    <dgm:cxn modelId="{52566AF4-DF0B-429C-9C81-2CF4F7233F9B}" type="presOf" srcId="{3A985EF3-B7CA-49D3-94CD-FD7704B67C7F}" destId="{4258DC44-01F7-4C6F-AC28-81724BE9E498}" srcOrd="0" destOrd="0" presId="urn:microsoft.com/office/officeart/2005/8/layout/vList5"/>
    <dgm:cxn modelId="{AA9899F7-F53F-4DC2-B8C7-48BC83C879D4}" srcId="{6270D50F-45A1-4F9B-8215-5D73A37A205D}" destId="{A03294DC-7A07-4509-8F35-745FF9B5D7B5}" srcOrd="1" destOrd="0" parTransId="{223FF343-4AE5-435F-ADEA-3ECAC9D4B965}" sibTransId="{DE0710D0-A3CD-40B3-84EA-A5A968FA648C}"/>
    <dgm:cxn modelId="{466874F8-F419-495A-BCC2-5C22DD78D381}" srcId="{3A985EF3-B7CA-49D3-94CD-FD7704B67C7F}" destId="{6349C34F-679B-403F-B833-350171359AB2}" srcOrd="1" destOrd="0" parTransId="{E57649ED-FE77-4A2D-85C9-D4C3507AEE23}" sibTransId="{25F280C3-C971-42E7-B5BD-A6E336A929AC}"/>
    <dgm:cxn modelId="{C13862FF-2F6A-48D2-B3C5-0C11D2F11604}" type="presOf" srcId="{6349C34F-679B-403F-B833-350171359AB2}" destId="{99E5792E-2497-4081-9D49-7443DCD58068}" srcOrd="0" destOrd="1" presId="urn:microsoft.com/office/officeart/2005/8/layout/vList5"/>
    <dgm:cxn modelId="{ACD1A431-CD59-4745-BFCD-4D2F7E1A4CB2}" type="presParOf" srcId="{E1EA77C7-9031-4EC2-A709-797E70031429}" destId="{CCAC3E01-424E-417F-A675-AA90C7BDAE07}" srcOrd="0" destOrd="0" presId="urn:microsoft.com/office/officeart/2005/8/layout/vList5"/>
    <dgm:cxn modelId="{9BD96E3B-283E-455C-A86C-1C22C1925364}" type="presParOf" srcId="{CCAC3E01-424E-417F-A675-AA90C7BDAE07}" destId="{B9654176-D563-42CE-982A-44F330092309}" srcOrd="0" destOrd="0" presId="urn:microsoft.com/office/officeart/2005/8/layout/vList5"/>
    <dgm:cxn modelId="{11393268-87F0-4C0A-9530-1AFE2C3D8445}" type="presParOf" srcId="{CCAC3E01-424E-417F-A675-AA90C7BDAE07}" destId="{1FA0BA4B-5DF0-478C-A373-BF3911C1276C}" srcOrd="1" destOrd="0" presId="urn:microsoft.com/office/officeart/2005/8/layout/vList5"/>
    <dgm:cxn modelId="{E5F846C6-658E-44A8-B361-5A646764F0B4}" type="presParOf" srcId="{E1EA77C7-9031-4EC2-A709-797E70031429}" destId="{063403D3-04E2-4095-AE89-49E87BBBDB6B}" srcOrd="1" destOrd="0" presId="urn:microsoft.com/office/officeart/2005/8/layout/vList5"/>
    <dgm:cxn modelId="{167D7531-568E-4AC5-9BD7-4D0B5A9F5542}" type="presParOf" srcId="{E1EA77C7-9031-4EC2-A709-797E70031429}" destId="{74DD1332-94E6-4F7B-8A4B-AABA7D9CF929}" srcOrd="2" destOrd="0" presId="urn:microsoft.com/office/officeart/2005/8/layout/vList5"/>
    <dgm:cxn modelId="{1BD0EDD0-A435-47B7-980C-E296CAD37909}" type="presParOf" srcId="{74DD1332-94E6-4F7B-8A4B-AABA7D9CF929}" destId="{A97961D4-4A95-4F6C-8B70-DA6F10ECD037}" srcOrd="0" destOrd="0" presId="urn:microsoft.com/office/officeart/2005/8/layout/vList5"/>
    <dgm:cxn modelId="{160730E0-8789-45FD-B56B-ABBD489AEFB7}" type="presParOf" srcId="{74DD1332-94E6-4F7B-8A4B-AABA7D9CF929}" destId="{BDBF79D0-D963-4DAF-98B3-10D2EC27C8D0}" srcOrd="1" destOrd="0" presId="urn:microsoft.com/office/officeart/2005/8/layout/vList5"/>
    <dgm:cxn modelId="{6504CAC2-8E1B-4086-9009-B61B1BF5F539}" type="presParOf" srcId="{E1EA77C7-9031-4EC2-A709-797E70031429}" destId="{D097AE3D-CE7D-4293-B3B7-E2FD64B4FD90}" srcOrd="3" destOrd="0" presId="urn:microsoft.com/office/officeart/2005/8/layout/vList5"/>
    <dgm:cxn modelId="{44D31171-1597-40E9-8269-84808753CF86}" type="presParOf" srcId="{E1EA77C7-9031-4EC2-A709-797E70031429}" destId="{19A31F17-6B40-4125-825A-376D211F0C7B}" srcOrd="4" destOrd="0" presId="urn:microsoft.com/office/officeart/2005/8/layout/vList5"/>
    <dgm:cxn modelId="{21A9CAAF-B876-49F6-8278-CEBDB5AF36FB}" type="presParOf" srcId="{19A31F17-6B40-4125-825A-376D211F0C7B}" destId="{4258DC44-01F7-4C6F-AC28-81724BE9E498}" srcOrd="0" destOrd="0" presId="urn:microsoft.com/office/officeart/2005/8/layout/vList5"/>
    <dgm:cxn modelId="{827C37A9-B146-4B4B-A4AA-31EF48906946}" type="presParOf" srcId="{19A31F17-6B40-4125-825A-376D211F0C7B}" destId="{99E5792E-2497-4081-9D49-7443DCD5806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85F35D-9DD4-4D7F-B95F-2E069CC6803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ECD065E-9B79-4C4F-8FBA-7631EFEF02A8}">
      <dgm:prSet phldrT="[Text]" phldr="0" custT="1"/>
      <dgm:spPr/>
      <dgm:t>
        <a:bodyPr/>
        <a:lstStyle/>
        <a:p>
          <a:r>
            <a:rPr lang="en-IN" sz="2800" dirty="0"/>
            <a:t>Instagram Ads (12000rs)</a:t>
          </a:r>
        </a:p>
      </dgm:t>
    </dgm:pt>
    <dgm:pt modelId="{4BAAB02A-C51F-4A06-B2AA-DECC15F3E3A7}" type="parTrans" cxnId="{61F53792-74D8-4697-A745-221BE40BEFC3}">
      <dgm:prSet/>
      <dgm:spPr/>
      <dgm:t>
        <a:bodyPr/>
        <a:lstStyle/>
        <a:p>
          <a:endParaRPr lang="en-IN"/>
        </a:p>
      </dgm:t>
    </dgm:pt>
    <dgm:pt modelId="{47FD6B26-E144-4417-9DEB-5922C751E87F}" type="sibTrans" cxnId="{61F53792-74D8-4697-A745-221BE40BEFC3}">
      <dgm:prSet/>
      <dgm:spPr/>
      <dgm:t>
        <a:bodyPr/>
        <a:lstStyle/>
        <a:p>
          <a:endParaRPr lang="en-IN"/>
        </a:p>
      </dgm:t>
    </dgm:pt>
    <dgm:pt modelId="{88957195-D4A0-48D0-84D6-73DF64E38678}">
      <dgm:prSet phldrT="[Text]"/>
      <dgm:spPr/>
      <dgm:t>
        <a:bodyPr/>
        <a:lstStyle/>
        <a:p>
          <a:r>
            <a:rPr lang="en-US" dirty="0"/>
            <a:t> Focus on limited-time offers (e.g., “Buy 1 Get 10% Off”)</a:t>
          </a:r>
          <a:endParaRPr lang="en-IN" dirty="0"/>
        </a:p>
      </dgm:t>
    </dgm:pt>
    <dgm:pt modelId="{7ADA8A0D-2CCD-4657-A5F5-C204984D3856}" type="parTrans" cxnId="{C8473749-2148-416B-AD24-D47FC20E9BE6}">
      <dgm:prSet/>
      <dgm:spPr/>
      <dgm:t>
        <a:bodyPr/>
        <a:lstStyle/>
        <a:p>
          <a:endParaRPr lang="en-IN"/>
        </a:p>
      </dgm:t>
    </dgm:pt>
    <dgm:pt modelId="{34408ED3-F695-449A-88D9-C330AA37F045}" type="sibTrans" cxnId="{C8473749-2148-416B-AD24-D47FC20E9BE6}">
      <dgm:prSet/>
      <dgm:spPr/>
      <dgm:t>
        <a:bodyPr/>
        <a:lstStyle/>
        <a:p>
          <a:endParaRPr lang="en-IN"/>
        </a:p>
      </dgm:t>
    </dgm:pt>
    <dgm:pt modelId="{33931479-FA8D-428B-9D5E-FBE27C596F88}">
      <dgm:prSet phldrT="[Text]"/>
      <dgm:spPr/>
      <dgm:t>
        <a:bodyPr/>
        <a:lstStyle/>
        <a:p>
          <a:r>
            <a:rPr lang="en-US" dirty="0"/>
            <a:t>Carousel ads showing product range.</a:t>
          </a:r>
          <a:endParaRPr lang="en-IN" dirty="0"/>
        </a:p>
      </dgm:t>
    </dgm:pt>
    <dgm:pt modelId="{24957112-85A0-420A-9C7C-A84D29F9E1BC}" type="parTrans" cxnId="{97C6DBBA-681A-4C69-B331-B5CEC501AE2F}">
      <dgm:prSet/>
      <dgm:spPr/>
      <dgm:t>
        <a:bodyPr/>
        <a:lstStyle/>
        <a:p>
          <a:endParaRPr lang="en-IN"/>
        </a:p>
      </dgm:t>
    </dgm:pt>
    <dgm:pt modelId="{51F35B05-A4D0-43AD-BC66-E7730494A31F}" type="sibTrans" cxnId="{97C6DBBA-681A-4C69-B331-B5CEC501AE2F}">
      <dgm:prSet/>
      <dgm:spPr/>
      <dgm:t>
        <a:bodyPr/>
        <a:lstStyle/>
        <a:p>
          <a:endParaRPr lang="en-IN"/>
        </a:p>
      </dgm:t>
    </dgm:pt>
    <dgm:pt modelId="{8771F4BE-A430-44EF-A5A9-69896A212744}">
      <dgm:prSet phldrT="[Text]" phldr="0" custT="1"/>
      <dgm:spPr/>
      <dgm:t>
        <a:bodyPr/>
        <a:lstStyle/>
        <a:p>
          <a:r>
            <a:rPr lang="en-IN" sz="2800" dirty="0"/>
            <a:t>Google Ads (8000rs)</a:t>
          </a:r>
        </a:p>
      </dgm:t>
    </dgm:pt>
    <dgm:pt modelId="{94C924F7-8C84-448F-8031-094E8CABAEE8}" type="parTrans" cxnId="{FE32ECDE-724C-4D44-9DFF-AF868E978BC5}">
      <dgm:prSet/>
      <dgm:spPr/>
      <dgm:t>
        <a:bodyPr/>
        <a:lstStyle/>
        <a:p>
          <a:endParaRPr lang="en-IN"/>
        </a:p>
      </dgm:t>
    </dgm:pt>
    <dgm:pt modelId="{4489B6E7-EE1E-4FC9-B04E-EA66EEE58968}" type="sibTrans" cxnId="{FE32ECDE-724C-4D44-9DFF-AF868E978BC5}">
      <dgm:prSet/>
      <dgm:spPr/>
      <dgm:t>
        <a:bodyPr/>
        <a:lstStyle/>
        <a:p>
          <a:endParaRPr lang="en-IN"/>
        </a:p>
      </dgm:t>
    </dgm:pt>
    <dgm:pt modelId="{681DF60F-DA73-4C85-AF70-8516088594DD}">
      <dgm:prSet phldrT="[Text]"/>
      <dgm:spPr/>
      <dgm:t>
        <a:bodyPr/>
        <a:lstStyle/>
        <a:p>
          <a:r>
            <a:rPr lang="en-US" dirty="0"/>
            <a:t>Conversion-focused campaigns with clear CTAs (“Shop Now”).</a:t>
          </a:r>
          <a:endParaRPr lang="en-IN" dirty="0"/>
        </a:p>
      </dgm:t>
    </dgm:pt>
    <dgm:pt modelId="{D1675357-1EA7-4B39-8FE2-89487EA5D8C3}" type="parTrans" cxnId="{DF37B022-B7CB-4EC7-80EB-ACF6E10D840E}">
      <dgm:prSet/>
      <dgm:spPr/>
      <dgm:t>
        <a:bodyPr/>
        <a:lstStyle/>
        <a:p>
          <a:endParaRPr lang="en-IN"/>
        </a:p>
      </dgm:t>
    </dgm:pt>
    <dgm:pt modelId="{B6B5F070-44CF-44B7-8DE6-008CA92C78CA}" type="sibTrans" cxnId="{DF37B022-B7CB-4EC7-80EB-ACF6E10D840E}">
      <dgm:prSet/>
      <dgm:spPr/>
      <dgm:t>
        <a:bodyPr/>
        <a:lstStyle/>
        <a:p>
          <a:endParaRPr lang="en-IN"/>
        </a:p>
      </dgm:t>
    </dgm:pt>
    <dgm:pt modelId="{824EA267-17D3-4090-81D8-20F6B668E738}">
      <dgm:prSet phldrT="[Text]" phldr="0" custT="1"/>
      <dgm:spPr/>
      <dgm:t>
        <a:bodyPr/>
        <a:lstStyle/>
        <a:p>
          <a:r>
            <a:rPr lang="en-IN" sz="2800" dirty="0"/>
            <a:t>Influencers Tie-ups</a:t>
          </a:r>
        </a:p>
        <a:p>
          <a:r>
            <a:rPr lang="en-IN" sz="2800" dirty="0"/>
            <a:t>(5000rs)</a:t>
          </a:r>
        </a:p>
      </dgm:t>
    </dgm:pt>
    <dgm:pt modelId="{DB325FB9-6453-446A-827E-B972FE0959AD}" type="parTrans" cxnId="{90832950-2649-4660-A420-7BEC5D59D49F}">
      <dgm:prSet/>
      <dgm:spPr/>
      <dgm:t>
        <a:bodyPr/>
        <a:lstStyle/>
        <a:p>
          <a:endParaRPr lang="en-IN"/>
        </a:p>
      </dgm:t>
    </dgm:pt>
    <dgm:pt modelId="{0A8FA68A-C2DE-403A-A7B4-C8EB911CABBC}" type="sibTrans" cxnId="{90832950-2649-4660-A420-7BEC5D59D49F}">
      <dgm:prSet/>
      <dgm:spPr/>
      <dgm:t>
        <a:bodyPr/>
        <a:lstStyle/>
        <a:p>
          <a:endParaRPr lang="en-IN"/>
        </a:p>
      </dgm:t>
    </dgm:pt>
    <dgm:pt modelId="{DBDF7B04-90A9-4D28-8051-9B6775D75794}">
      <dgm:prSet phldrT="[Text]" phldr="1"/>
      <dgm:spPr/>
      <dgm:t>
        <a:bodyPr/>
        <a:lstStyle/>
        <a:p>
          <a:endParaRPr lang="en-IN" dirty="0"/>
        </a:p>
      </dgm:t>
    </dgm:pt>
    <dgm:pt modelId="{5F4E80EE-6E5D-42C9-863F-CCE724AA97E8}" type="parTrans" cxnId="{F5A83F09-459E-4D5D-BBC8-775F8315D971}">
      <dgm:prSet/>
      <dgm:spPr/>
      <dgm:t>
        <a:bodyPr/>
        <a:lstStyle/>
        <a:p>
          <a:endParaRPr lang="en-IN"/>
        </a:p>
      </dgm:t>
    </dgm:pt>
    <dgm:pt modelId="{4557D102-C937-4A36-AE06-9CF917DF6FF4}" type="sibTrans" cxnId="{F5A83F09-459E-4D5D-BBC8-775F8315D971}">
      <dgm:prSet/>
      <dgm:spPr/>
      <dgm:t>
        <a:bodyPr/>
        <a:lstStyle/>
        <a:p>
          <a:endParaRPr lang="en-IN"/>
        </a:p>
      </dgm:t>
    </dgm:pt>
    <dgm:pt modelId="{380191DE-CF7F-4A9F-BB0C-4A7AED12361B}">
      <dgm:prSet phldrT="[Text]"/>
      <dgm:spPr/>
      <dgm:t>
        <a:bodyPr/>
        <a:lstStyle/>
        <a:p>
          <a:r>
            <a:rPr lang="en-IN" dirty="0"/>
            <a:t>Geo-targeting metro cities (Delhi, Mumbai, Bangalore)</a:t>
          </a:r>
        </a:p>
      </dgm:t>
    </dgm:pt>
    <dgm:pt modelId="{02C8881F-3273-49E8-B3A1-94A335F07BF3}" type="parTrans" cxnId="{9423AB00-7DCF-44E4-828A-F3ED558ABB49}">
      <dgm:prSet/>
      <dgm:spPr/>
    </dgm:pt>
    <dgm:pt modelId="{1CDF2635-04A8-4DCF-8D23-2166B84D7EC1}" type="sibTrans" cxnId="{9423AB00-7DCF-44E4-828A-F3ED558ABB49}">
      <dgm:prSet/>
      <dgm:spPr/>
    </dgm:pt>
    <dgm:pt modelId="{86522A34-EB36-462A-8F54-64B0A5E633AA}">
      <dgm:prSet/>
      <dgm:spPr/>
      <dgm:t>
        <a:bodyPr/>
        <a:lstStyle/>
        <a:p>
          <a:r>
            <a:rPr lang="en-US" dirty="0"/>
            <a:t>Collaborate with 1 macro influencer (50K–100K followers) for a final sales push.</a:t>
          </a:r>
          <a:endParaRPr lang="en-IN" dirty="0"/>
        </a:p>
      </dgm:t>
    </dgm:pt>
    <dgm:pt modelId="{3AA55F74-E043-4E3E-9550-89E6C15184DB}" type="parTrans" cxnId="{FE461CA6-F800-4EDF-B89F-BFE0D7A78C12}">
      <dgm:prSet/>
      <dgm:spPr/>
      <dgm:t>
        <a:bodyPr/>
        <a:lstStyle/>
        <a:p>
          <a:endParaRPr lang="en-IN"/>
        </a:p>
      </dgm:t>
    </dgm:pt>
    <dgm:pt modelId="{32732721-FE5D-4C73-8663-F69D187F80A0}" type="sibTrans" cxnId="{FE461CA6-F800-4EDF-B89F-BFE0D7A78C12}">
      <dgm:prSet/>
      <dgm:spPr/>
      <dgm:t>
        <a:bodyPr/>
        <a:lstStyle/>
        <a:p>
          <a:endParaRPr lang="en-IN"/>
        </a:p>
      </dgm:t>
    </dgm:pt>
    <dgm:pt modelId="{A6B18295-AD97-4AB9-92C3-937DC8D4A0D5}">
      <dgm:prSet/>
      <dgm:spPr/>
      <dgm:t>
        <a:bodyPr/>
        <a:lstStyle/>
        <a:p>
          <a:endParaRPr lang="en-IN"/>
        </a:p>
      </dgm:t>
    </dgm:pt>
    <dgm:pt modelId="{326E23CD-971B-4CA8-9EA2-870B4130E74F}" type="parTrans" cxnId="{2EC7B3C1-BE34-4896-A532-F4A2B682A3FB}">
      <dgm:prSet/>
      <dgm:spPr/>
      <dgm:t>
        <a:bodyPr/>
        <a:lstStyle/>
        <a:p>
          <a:endParaRPr lang="en-IN"/>
        </a:p>
      </dgm:t>
    </dgm:pt>
    <dgm:pt modelId="{8C345937-8C15-440D-8DBA-5ECBF0280F84}" type="sibTrans" cxnId="{2EC7B3C1-BE34-4896-A532-F4A2B682A3FB}">
      <dgm:prSet/>
      <dgm:spPr/>
      <dgm:t>
        <a:bodyPr/>
        <a:lstStyle/>
        <a:p>
          <a:endParaRPr lang="en-IN"/>
        </a:p>
      </dgm:t>
    </dgm:pt>
    <dgm:pt modelId="{7425552F-8DE9-4D85-8B76-12D7A57DCD89}" type="pres">
      <dgm:prSet presAssocID="{FF85F35D-9DD4-4D7F-B95F-2E069CC68036}" presName="Name0" presStyleCnt="0">
        <dgm:presLayoutVars>
          <dgm:dir/>
          <dgm:animLvl val="lvl"/>
          <dgm:resizeHandles val="exact"/>
        </dgm:presLayoutVars>
      </dgm:prSet>
      <dgm:spPr/>
    </dgm:pt>
    <dgm:pt modelId="{7E8DB94D-208C-4BE9-A02F-C48E160C3BBC}" type="pres">
      <dgm:prSet presAssocID="{CECD065E-9B79-4C4F-8FBA-7631EFEF02A8}" presName="linNode" presStyleCnt="0"/>
      <dgm:spPr/>
    </dgm:pt>
    <dgm:pt modelId="{7C469094-B9D7-4F20-9D36-ECB7E680B9A7}" type="pres">
      <dgm:prSet presAssocID="{CECD065E-9B79-4C4F-8FBA-7631EFEF02A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6AC90CF-D960-4EB8-B3C7-3AA9A0DA41BD}" type="pres">
      <dgm:prSet presAssocID="{CECD065E-9B79-4C4F-8FBA-7631EFEF02A8}" presName="descendantText" presStyleLbl="alignAccFollowNode1" presStyleIdx="0" presStyleCnt="3">
        <dgm:presLayoutVars>
          <dgm:bulletEnabled val="1"/>
        </dgm:presLayoutVars>
      </dgm:prSet>
      <dgm:spPr/>
    </dgm:pt>
    <dgm:pt modelId="{14F22DA3-F93F-4B3D-9D2D-46C8468C913F}" type="pres">
      <dgm:prSet presAssocID="{47FD6B26-E144-4417-9DEB-5922C751E87F}" presName="sp" presStyleCnt="0"/>
      <dgm:spPr/>
    </dgm:pt>
    <dgm:pt modelId="{68241E33-FEAF-4659-827C-58AE8504F5AF}" type="pres">
      <dgm:prSet presAssocID="{8771F4BE-A430-44EF-A5A9-69896A212744}" presName="linNode" presStyleCnt="0"/>
      <dgm:spPr/>
    </dgm:pt>
    <dgm:pt modelId="{23DBB269-E535-4B9D-BE03-D4A48BC84717}" type="pres">
      <dgm:prSet presAssocID="{8771F4BE-A430-44EF-A5A9-69896A21274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FA914A0-D55A-45D2-BC80-837B0474F9CC}" type="pres">
      <dgm:prSet presAssocID="{8771F4BE-A430-44EF-A5A9-69896A212744}" presName="descendantText" presStyleLbl="alignAccFollowNode1" presStyleIdx="1" presStyleCnt="3">
        <dgm:presLayoutVars>
          <dgm:bulletEnabled val="1"/>
        </dgm:presLayoutVars>
      </dgm:prSet>
      <dgm:spPr/>
    </dgm:pt>
    <dgm:pt modelId="{627B2721-5649-4BB8-9983-E19F52620F1F}" type="pres">
      <dgm:prSet presAssocID="{4489B6E7-EE1E-4FC9-B04E-EA66EEE58968}" presName="sp" presStyleCnt="0"/>
      <dgm:spPr/>
    </dgm:pt>
    <dgm:pt modelId="{AC9B36DE-9969-485B-B0CA-E0A9F0F87284}" type="pres">
      <dgm:prSet presAssocID="{824EA267-17D3-4090-81D8-20F6B668E738}" presName="linNode" presStyleCnt="0"/>
      <dgm:spPr/>
    </dgm:pt>
    <dgm:pt modelId="{B2B508CF-8926-44BB-914C-EE414B6870F7}" type="pres">
      <dgm:prSet presAssocID="{824EA267-17D3-4090-81D8-20F6B668E738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E35966A-7A3E-4530-A77A-89FE9E86F2DC}" type="pres">
      <dgm:prSet presAssocID="{824EA267-17D3-4090-81D8-20F6B668E738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423AB00-7DCF-44E4-828A-F3ED558ABB49}" srcId="{8771F4BE-A430-44EF-A5A9-69896A212744}" destId="{380191DE-CF7F-4A9F-BB0C-4A7AED12361B}" srcOrd="1" destOrd="0" parTransId="{02C8881F-3273-49E8-B3A1-94A335F07BF3}" sibTransId="{1CDF2635-04A8-4DCF-8D23-2166B84D7EC1}"/>
    <dgm:cxn modelId="{54A56207-83BF-48B0-91FB-45F8B4DDF60F}" type="presOf" srcId="{86522A34-EB36-462A-8F54-64B0A5E633AA}" destId="{AE35966A-7A3E-4530-A77A-89FE9E86F2DC}" srcOrd="0" destOrd="0" presId="urn:microsoft.com/office/officeart/2005/8/layout/vList5"/>
    <dgm:cxn modelId="{F5A83F09-459E-4D5D-BBC8-775F8315D971}" srcId="{824EA267-17D3-4090-81D8-20F6B668E738}" destId="{DBDF7B04-90A9-4D28-8051-9B6775D75794}" srcOrd="1" destOrd="0" parTransId="{5F4E80EE-6E5D-42C9-863F-CCE724AA97E8}" sibTransId="{4557D102-C937-4A36-AE06-9CF917DF6FF4}"/>
    <dgm:cxn modelId="{D35BB413-372B-4BE4-811C-3B1EBAD16FB7}" type="presOf" srcId="{CECD065E-9B79-4C4F-8FBA-7631EFEF02A8}" destId="{7C469094-B9D7-4F20-9D36-ECB7E680B9A7}" srcOrd="0" destOrd="0" presId="urn:microsoft.com/office/officeart/2005/8/layout/vList5"/>
    <dgm:cxn modelId="{24C6D41E-F139-4012-A8B5-4DA47F7F7D01}" type="presOf" srcId="{DBDF7B04-90A9-4D28-8051-9B6775D75794}" destId="{AE35966A-7A3E-4530-A77A-89FE9E86F2DC}" srcOrd="0" destOrd="1" presId="urn:microsoft.com/office/officeart/2005/8/layout/vList5"/>
    <dgm:cxn modelId="{DF37B022-B7CB-4EC7-80EB-ACF6E10D840E}" srcId="{8771F4BE-A430-44EF-A5A9-69896A212744}" destId="{681DF60F-DA73-4C85-AF70-8516088594DD}" srcOrd="0" destOrd="0" parTransId="{D1675357-1EA7-4B39-8FE2-89487EA5D8C3}" sibTransId="{B6B5F070-44CF-44B7-8DE6-008CA92C78CA}"/>
    <dgm:cxn modelId="{F5DBE927-FD57-4D5B-B128-FF2766457997}" type="presOf" srcId="{FF85F35D-9DD4-4D7F-B95F-2E069CC68036}" destId="{7425552F-8DE9-4D85-8B76-12D7A57DCD89}" srcOrd="0" destOrd="0" presId="urn:microsoft.com/office/officeart/2005/8/layout/vList5"/>
    <dgm:cxn modelId="{C8473749-2148-416B-AD24-D47FC20E9BE6}" srcId="{CECD065E-9B79-4C4F-8FBA-7631EFEF02A8}" destId="{88957195-D4A0-48D0-84D6-73DF64E38678}" srcOrd="0" destOrd="0" parTransId="{7ADA8A0D-2CCD-4657-A5F5-C204984D3856}" sibTransId="{34408ED3-F695-449A-88D9-C330AA37F045}"/>
    <dgm:cxn modelId="{90832950-2649-4660-A420-7BEC5D59D49F}" srcId="{FF85F35D-9DD4-4D7F-B95F-2E069CC68036}" destId="{824EA267-17D3-4090-81D8-20F6B668E738}" srcOrd="2" destOrd="0" parTransId="{DB325FB9-6453-446A-827E-B972FE0959AD}" sibTransId="{0A8FA68A-C2DE-403A-A7B4-C8EB911CABBC}"/>
    <dgm:cxn modelId="{12376353-5B68-4CC1-B22A-308CD7AF9EFE}" type="presOf" srcId="{33931479-FA8D-428B-9D5E-FBE27C596F88}" destId="{66AC90CF-D960-4EB8-B3C7-3AA9A0DA41BD}" srcOrd="0" destOrd="1" presId="urn:microsoft.com/office/officeart/2005/8/layout/vList5"/>
    <dgm:cxn modelId="{F0BBAD55-C46B-4D31-8DF0-0D2BC9B0256E}" type="presOf" srcId="{380191DE-CF7F-4A9F-BB0C-4A7AED12361B}" destId="{5FA914A0-D55A-45D2-BC80-837B0474F9CC}" srcOrd="0" destOrd="1" presId="urn:microsoft.com/office/officeart/2005/8/layout/vList5"/>
    <dgm:cxn modelId="{61F53792-74D8-4697-A745-221BE40BEFC3}" srcId="{FF85F35D-9DD4-4D7F-B95F-2E069CC68036}" destId="{CECD065E-9B79-4C4F-8FBA-7631EFEF02A8}" srcOrd="0" destOrd="0" parTransId="{4BAAB02A-C51F-4A06-B2AA-DECC15F3E3A7}" sibTransId="{47FD6B26-E144-4417-9DEB-5922C751E87F}"/>
    <dgm:cxn modelId="{7B0B2DA3-2CD8-4C8A-A420-CF875C5CDDD7}" type="presOf" srcId="{681DF60F-DA73-4C85-AF70-8516088594DD}" destId="{5FA914A0-D55A-45D2-BC80-837B0474F9CC}" srcOrd="0" destOrd="0" presId="urn:microsoft.com/office/officeart/2005/8/layout/vList5"/>
    <dgm:cxn modelId="{5FEF53A5-A10C-4EDB-92D9-5F48F9DED590}" type="presOf" srcId="{8771F4BE-A430-44EF-A5A9-69896A212744}" destId="{23DBB269-E535-4B9D-BE03-D4A48BC84717}" srcOrd="0" destOrd="0" presId="urn:microsoft.com/office/officeart/2005/8/layout/vList5"/>
    <dgm:cxn modelId="{FE461CA6-F800-4EDF-B89F-BFE0D7A78C12}" srcId="{824EA267-17D3-4090-81D8-20F6B668E738}" destId="{86522A34-EB36-462A-8F54-64B0A5E633AA}" srcOrd="0" destOrd="0" parTransId="{3AA55F74-E043-4E3E-9550-89E6C15184DB}" sibTransId="{32732721-FE5D-4C73-8663-F69D187F80A0}"/>
    <dgm:cxn modelId="{852700AC-60F2-4EDE-BA02-3E521751A8F6}" type="presOf" srcId="{A6B18295-AD97-4AB9-92C3-937DC8D4A0D5}" destId="{AE35966A-7A3E-4530-A77A-89FE9E86F2DC}" srcOrd="0" destOrd="2" presId="urn:microsoft.com/office/officeart/2005/8/layout/vList5"/>
    <dgm:cxn modelId="{F382A2B8-0A66-44BD-8F7E-D6319E197E80}" type="presOf" srcId="{88957195-D4A0-48D0-84D6-73DF64E38678}" destId="{66AC90CF-D960-4EB8-B3C7-3AA9A0DA41BD}" srcOrd="0" destOrd="0" presId="urn:microsoft.com/office/officeart/2005/8/layout/vList5"/>
    <dgm:cxn modelId="{97C6DBBA-681A-4C69-B331-B5CEC501AE2F}" srcId="{CECD065E-9B79-4C4F-8FBA-7631EFEF02A8}" destId="{33931479-FA8D-428B-9D5E-FBE27C596F88}" srcOrd="1" destOrd="0" parTransId="{24957112-85A0-420A-9C7C-A84D29F9E1BC}" sibTransId="{51F35B05-A4D0-43AD-BC66-E7730494A31F}"/>
    <dgm:cxn modelId="{2EC7B3C1-BE34-4896-A532-F4A2B682A3FB}" srcId="{824EA267-17D3-4090-81D8-20F6B668E738}" destId="{A6B18295-AD97-4AB9-92C3-937DC8D4A0D5}" srcOrd="2" destOrd="0" parTransId="{326E23CD-971B-4CA8-9EA2-870B4130E74F}" sibTransId="{8C345937-8C15-440D-8DBA-5ECBF0280F84}"/>
    <dgm:cxn modelId="{FE32ECDE-724C-4D44-9DFF-AF868E978BC5}" srcId="{FF85F35D-9DD4-4D7F-B95F-2E069CC68036}" destId="{8771F4BE-A430-44EF-A5A9-69896A212744}" srcOrd="1" destOrd="0" parTransId="{94C924F7-8C84-448F-8031-094E8CABAEE8}" sibTransId="{4489B6E7-EE1E-4FC9-B04E-EA66EEE58968}"/>
    <dgm:cxn modelId="{B34044E2-69D2-4EEB-A1CA-6F44DC3996DA}" type="presOf" srcId="{824EA267-17D3-4090-81D8-20F6B668E738}" destId="{B2B508CF-8926-44BB-914C-EE414B6870F7}" srcOrd="0" destOrd="0" presId="urn:microsoft.com/office/officeart/2005/8/layout/vList5"/>
    <dgm:cxn modelId="{3AD34E38-BDCA-4E0D-94EA-75832613A835}" type="presParOf" srcId="{7425552F-8DE9-4D85-8B76-12D7A57DCD89}" destId="{7E8DB94D-208C-4BE9-A02F-C48E160C3BBC}" srcOrd="0" destOrd="0" presId="urn:microsoft.com/office/officeart/2005/8/layout/vList5"/>
    <dgm:cxn modelId="{C86FA6F6-A057-4161-AE2A-5EB9C1333665}" type="presParOf" srcId="{7E8DB94D-208C-4BE9-A02F-C48E160C3BBC}" destId="{7C469094-B9D7-4F20-9D36-ECB7E680B9A7}" srcOrd="0" destOrd="0" presId="urn:microsoft.com/office/officeart/2005/8/layout/vList5"/>
    <dgm:cxn modelId="{0EEA4A9A-BD2C-4E71-BEA7-328CDC83630C}" type="presParOf" srcId="{7E8DB94D-208C-4BE9-A02F-C48E160C3BBC}" destId="{66AC90CF-D960-4EB8-B3C7-3AA9A0DA41BD}" srcOrd="1" destOrd="0" presId="urn:microsoft.com/office/officeart/2005/8/layout/vList5"/>
    <dgm:cxn modelId="{3A55D5BC-DE67-4CFC-97A4-01FC28E71E2B}" type="presParOf" srcId="{7425552F-8DE9-4D85-8B76-12D7A57DCD89}" destId="{14F22DA3-F93F-4B3D-9D2D-46C8468C913F}" srcOrd="1" destOrd="0" presId="urn:microsoft.com/office/officeart/2005/8/layout/vList5"/>
    <dgm:cxn modelId="{FAFB1A5E-E71A-4EDB-B028-4FE54163AA2A}" type="presParOf" srcId="{7425552F-8DE9-4D85-8B76-12D7A57DCD89}" destId="{68241E33-FEAF-4659-827C-58AE8504F5AF}" srcOrd="2" destOrd="0" presId="urn:microsoft.com/office/officeart/2005/8/layout/vList5"/>
    <dgm:cxn modelId="{DF680426-B5E7-4B50-B104-7BD88EB1764C}" type="presParOf" srcId="{68241E33-FEAF-4659-827C-58AE8504F5AF}" destId="{23DBB269-E535-4B9D-BE03-D4A48BC84717}" srcOrd="0" destOrd="0" presId="urn:microsoft.com/office/officeart/2005/8/layout/vList5"/>
    <dgm:cxn modelId="{2F4D0C34-7F20-4D5F-9701-16A49271643A}" type="presParOf" srcId="{68241E33-FEAF-4659-827C-58AE8504F5AF}" destId="{5FA914A0-D55A-45D2-BC80-837B0474F9CC}" srcOrd="1" destOrd="0" presId="urn:microsoft.com/office/officeart/2005/8/layout/vList5"/>
    <dgm:cxn modelId="{E7F443ED-32C3-4414-92DD-3554E536F0FF}" type="presParOf" srcId="{7425552F-8DE9-4D85-8B76-12D7A57DCD89}" destId="{627B2721-5649-4BB8-9983-E19F52620F1F}" srcOrd="3" destOrd="0" presId="urn:microsoft.com/office/officeart/2005/8/layout/vList5"/>
    <dgm:cxn modelId="{42ECEB5B-C4B8-40C0-97CF-7010F8D9A073}" type="presParOf" srcId="{7425552F-8DE9-4D85-8B76-12D7A57DCD89}" destId="{AC9B36DE-9969-485B-B0CA-E0A9F0F87284}" srcOrd="4" destOrd="0" presId="urn:microsoft.com/office/officeart/2005/8/layout/vList5"/>
    <dgm:cxn modelId="{394E0A9E-6821-4409-AA8F-0D23D7B317BA}" type="presParOf" srcId="{AC9B36DE-9969-485B-B0CA-E0A9F0F87284}" destId="{B2B508CF-8926-44BB-914C-EE414B6870F7}" srcOrd="0" destOrd="0" presId="urn:microsoft.com/office/officeart/2005/8/layout/vList5"/>
    <dgm:cxn modelId="{95B348AF-9694-43E9-BBF5-6B010E24802A}" type="presParOf" srcId="{AC9B36DE-9969-485B-B0CA-E0A9F0F87284}" destId="{AE35966A-7A3E-4530-A77A-89FE9E86F2D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B8DDB9D-36CB-40E7-B523-398D0663C3D4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9299CE4-8D05-42CF-8F00-590510FC2629}">
      <dgm:prSet custT="1"/>
      <dgm:spPr/>
      <dgm:t>
        <a:bodyPr/>
        <a:lstStyle/>
        <a:p>
          <a:r>
            <a:rPr lang="en-US" sz="2000" b="1" i="0" baseline="0" dirty="0"/>
            <a:t>Instagram</a:t>
          </a:r>
          <a:r>
            <a:rPr lang="en-US" sz="2000" b="0" i="0" baseline="0" dirty="0"/>
            <a:t>: </a:t>
          </a:r>
          <a:r>
            <a:rPr lang="en-US" sz="1400" b="0" i="0" baseline="0" dirty="0"/>
            <a:t>Reach, engagement rate, follower growth, UGC participation. </a:t>
          </a:r>
          <a:endParaRPr lang="en-IN" sz="1400" dirty="0"/>
        </a:p>
      </dgm:t>
    </dgm:pt>
    <dgm:pt modelId="{673AF5A5-6AC5-47F2-9785-A51AA0A395B4}" type="parTrans" cxnId="{EABCBC4B-6E32-4FD7-A9A2-B2534D94A68A}">
      <dgm:prSet/>
      <dgm:spPr/>
      <dgm:t>
        <a:bodyPr/>
        <a:lstStyle/>
        <a:p>
          <a:endParaRPr lang="en-IN"/>
        </a:p>
      </dgm:t>
    </dgm:pt>
    <dgm:pt modelId="{0B7590E5-9D79-496F-BA85-496FD10E3A65}" type="sibTrans" cxnId="{EABCBC4B-6E32-4FD7-A9A2-B2534D94A68A}">
      <dgm:prSet/>
      <dgm:spPr/>
      <dgm:t>
        <a:bodyPr/>
        <a:lstStyle/>
        <a:p>
          <a:endParaRPr lang="en-IN"/>
        </a:p>
      </dgm:t>
    </dgm:pt>
    <dgm:pt modelId="{B1739553-7FD8-4BCA-8A76-88D7E6E1D000}">
      <dgm:prSet custT="1"/>
      <dgm:spPr/>
      <dgm:t>
        <a:bodyPr/>
        <a:lstStyle/>
        <a:p>
          <a:r>
            <a:rPr lang="en-US" sz="2000" b="1" i="0" baseline="0" dirty="0"/>
            <a:t>Google Ads</a:t>
          </a:r>
          <a:r>
            <a:rPr lang="en-US" sz="1400" b="0" i="0" baseline="0" dirty="0"/>
            <a:t>: CTR, conversion rate, cost per acquisition (CPA). </a:t>
          </a:r>
          <a:endParaRPr lang="en-IN" sz="1400" dirty="0"/>
        </a:p>
      </dgm:t>
    </dgm:pt>
    <dgm:pt modelId="{92D3AA44-B311-41BB-9DF7-52BA014B29E9}" type="parTrans" cxnId="{6F4F04C3-2C4C-43CB-B7AF-706F18BAA148}">
      <dgm:prSet/>
      <dgm:spPr/>
      <dgm:t>
        <a:bodyPr/>
        <a:lstStyle/>
        <a:p>
          <a:endParaRPr lang="en-IN"/>
        </a:p>
      </dgm:t>
    </dgm:pt>
    <dgm:pt modelId="{2C3470BB-9124-4D53-AC45-F9503185E457}" type="sibTrans" cxnId="{6F4F04C3-2C4C-43CB-B7AF-706F18BAA148}">
      <dgm:prSet/>
      <dgm:spPr/>
      <dgm:t>
        <a:bodyPr/>
        <a:lstStyle/>
        <a:p>
          <a:endParaRPr lang="en-IN"/>
        </a:p>
      </dgm:t>
    </dgm:pt>
    <dgm:pt modelId="{10E68D64-5554-47B4-982C-A8E1EA9A1FAB}">
      <dgm:prSet custT="1"/>
      <dgm:spPr/>
      <dgm:t>
        <a:bodyPr/>
        <a:lstStyle/>
        <a:p>
          <a:r>
            <a:rPr lang="en-US" sz="2000" b="1" i="0" baseline="0" dirty="0"/>
            <a:t>Influencers</a:t>
          </a:r>
          <a:r>
            <a:rPr lang="en-US" sz="2000" b="0" i="0" baseline="0" dirty="0"/>
            <a:t>: </a:t>
          </a:r>
          <a:r>
            <a:rPr lang="en-US" sz="1400" b="0" i="0" baseline="0" dirty="0"/>
            <a:t>Engagement on sponsored posts, referral traffic, coupon code usage. </a:t>
          </a:r>
          <a:endParaRPr lang="en-IN" sz="1400" dirty="0"/>
        </a:p>
      </dgm:t>
    </dgm:pt>
    <dgm:pt modelId="{188DAAA3-6760-4A3F-BC5F-3C6296F533C4}" type="parTrans" cxnId="{41C5EB49-19C3-48D7-A0EC-FBB159CB73D5}">
      <dgm:prSet/>
      <dgm:spPr/>
      <dgm:t>
        <a:bodyPr/>
        <a:lstStyle/>
        <a:p>
          <a:endParaRPr lang="en-IN"/>
        </a:p>
      </dgm:t>
    </dgm:pt>
    <dgm:pt modelId="{8F7073CF-D454-48B1-9B84-6FDDCF0AD558}" type="sibTrans" cxnId="{41C5EB49-19C3-48D7-A0EC-FBB159CB73D5}">
      <dgm:prSet/>
      <dgm:spPr/>
      <dgm:t>
        <a:bodyPr/>
        <a:lstStyle/>
        <a:p>
          <a:endParaRPr lang="en-IN"/>
        </a:p>
      </dgm:t>
    </dgm:pt>
    <dgm:pt modelId="{5A9D7B13-2D4A-47CA-92D0-4AD46259A7FC}">
      <dgm:prSet custT="1"/>
      <dgm:spPr/>
      <dgm:t>
        <a:bodyPr/>
        <a:lstStyle/>
        <a:p>
          <a:r>
            <a:rPr lang="en-US" sz="2100" b="1" i="0" baseline="0" dirty="0"/>
            <a:t>Sales</a:t>
          </a:r>
          <a:r>
            <a:rPr lang="en-US" sz="2100" b="0" i="0" baseline="0" dirty="0"/>
            <a:t>: </a:t>
          </a:r>
          <a:r>
            <a:rPr lang="en-US" sz="1400" b="0" i="0" baseline="0" dirty="0"/>
            <a:t>Monthly online orders, repeat customers</a:t>
          </a:r>
          <a:r>
            <a:rPr lang="en-US" sz="2100" b="0" i="0" baseline="0" dirty="0"/>
            <a:t>. </a:t>
          </a:r>
          <a:endParaRPr lang="en-IN" sz="2100" dirty="0"/>
        </a:p>
      </dgm:t>
    </dgm:pt>
    <dgm:pt modelId="{5F9E2413-4C76-48EC-AA85-DE48B246E054}" type="parTrans" cxnId="{06231807-63A1-4B95-9E90-86704FA260E5}">
      <dgm:prSet/>
      <dgm:spPr/>
      <dgm:t>
        <a:bodyPr/>
        <a:lstStyle/>
        <a:p>
          <a:endParaRPr lang="en-IN"/>
        </a:p>
      </dgm:t>
    </dgm:pt>
    <dgm:pt modelId="{DD5B82E2-6B7C-48D5-8F89-D6BC1DF0C2BD}" type="sibTrans" cxnId="{06231807-63A1-4B95-9E90-86704FA260E5}">
      <dgm:prSet/>
      <dgm:spPr/>
      <dgm:t>
        <a:bodyPr/>
        <a:lstStyle/>
        <a:p>
          <a:endParaRPr lang="en-IN"/>
        </a:p>
      </dgm:t>
    </dgm:pt>
    <dgm:pt modelId="{41A09CA7-7C30-4E3C-917F-13C9C2065664}" type="pres">
      <dgm:prSet presAssocID="{DB8DDB9D-36CB-40E7-B523-398D0663C3D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8720A31-F214-45DA-ABDF-70F6DF34A3A0}" type="pres">
      <dgm:prSet presAssocID="{39299CE4-8D05-42CF-8F00-590510FC2629}" presName="root" presStyleCnt="0"/>
      <dgm:spPr/>
    </dgm:pt>
    <dgm:pt modelId="{B3B08435-FAE0-447B-90A9-1246D2E73356}" type="pres">
      <dgm:prSet presAssocID="{39299CE4-8D05-42CF-8F00-590510FC2629}" presName="rootComposite" presStyleCnt="0"/>
      <dgm:spPr/>
    </dgm:pt>
    <dgm:pt modelId="{F38F9A53-2F1D-4454-994A-739BF154FCFA}" type="pres">
      <dgm:prSet presAssocID="{39299CE4-8D05-42CF-8F00-590510FC2629}" presName="rootText" presStyleLbl="node1" presStyleIdx="0" presStyleCnt="4"/>
      <dgm:spPr/>
    </dgm:pt>
    <dgm:pt modelId="{906BDEDF-B2FA-43C5-91E7-F4DA42E4B1E7}" type="pres">
      <dgm:prSet presAssocID="{39299CE4-8D05-42CF-8F00-590510FC2629}" presName="rootConnector" presStyleLbl="node1" presStyleIdx="0" presStyleCnt="4"/>
      <dgm:spPr/>
    </dgm:pt>
    <dgm:pt modelId="{E160181C-6A80-40CA-8D58-4517B13DF80E}" type="pres">
      <dgm:prSet presAssocID="{39299CE4-8D05-42CF-8F00-590510FC2629}" presName="childShape" presStyleCnt="0"/>
      <dgm:spPr/>
    </dgm:pt>
    <dgm:pt modelId="{04039A79-5465-4295-B76C-D7E7DEC154D1}" type="pres">
      <dgm:prSet presAssocID="{B1739553-7FD8-4BCA-8A76-88D7E6E1D000}" presName="root" presStyleCnt="0"/>
      <dgm:spPr/>
    </dgm:pt>
    <dgm:pt modelId="{1CCD89F5-96F4-4823-9593-3A998DE0AB83}" type="pres">
      <dgm:prSet presAssocID="{B1739553-7FD8-4BCA-8A76-88D7E6E1D000}" presName="rootComposite" presStyleCnt="0"/>
      <dgm:spPr/>
    </dgm:pt>
    <dgm:pt modelId="{E140933D-96C5-4A6D-825B-D22A94204D50}" type="pres">
      <dgm:prSet presAssocID="{B1739553-7FD8-4BCA-8A76-88D7E6E1D000}" presName="rootText" presStyleLbl="node1" presStyleIdx="1" presStyleCnt="4"/>
      <dgm:spPr/>
    </dgm:pt>
    <dgm:pt modelId="{965163A0-0C91-4F1F-86EF-7986484B54E9}" type="pres">
      <dgm:prSet presAssocID="{B1739553-7FD8-4BCA-8A76-88D7E6E1D000}" presName="rootConnector" presStyleLbl="node1" presStyleIdx="1" presStyleCnt="4"/>
      <dgm:spPr/>
    </dgm:pt>
    <dgm:pt modelId="{D16A278E-B190-406C-AA00-95C6B42AAC6D}" type="pres">
      <dgm:prSet presAssocID="{B1739553-7FD8-4BCA-8A76-88D7E6E1D000}" presName="childShape" presStyleCnt="0"/>
      <dgm:spPr/>
    </dgm:pt>
    <dgm:pt modelId="{B3AF151B-E319-4592-8D2D-C603C447DDB5}" type="pres">
      <dgm:prSet presAssocID="{10E68D64-5554-47B4-982C-A8E1EA9A1FAB}" presName="root" presStyleCnt="0"/>
      <dgm:spPr/>
    </dgm:pt>
    <dgm:pt modelId="{C213FF20-3EDF-49C5-AB3B-2EC6D2CBB70C}" type="pres">
      <dgm:prSet presAssocID="{10E68D64-5554-47B4-982C-A8E1EA9A1FAB}" presName="rootComposite" presStyleCnt="0"/>
      <dgm:spPr/>
    </dgm:pt>
    <dgm:pt modelId="{3ECE46AB-54F3-43A1-95FB-88F0D8A75984}" type="pres">
      <dgm:prSet presAssocID="{10E68D64-5554-47B4-982C-A8E1EA9A1FAB}" presName="rootText" presStyleLbl="node1" presStyleIdx="2" presStyleCnt="4"/>
      <dgm:spPr/>
    </dgm:pt>
    <dgm:pt modelId="{8DA4F558-EBDE-4835-9267-42046A53C0AB}" type="pres">
      <dgm:prSet presAssocID="{10E68D64-5554-47B4-982C-A8E1EA9A1FAB}" presName="rootConnector" presStyleLbl="node1" presStyleIdx="2" presStyleCnt="4"/>
      <dgm:spPr/>
    </dgm:pt>
    <dgm:pt modelId="{B1E53ABE-E356-4B1F-9B79-1DAF53FE121D}" type="pres">
      <dgm:prSet presAssocID="{10E68D64-5554-47B4-982C-A8E1EA9A1FAB}" presName="childShape" presStyleCnt="0"/>
      <dgm:spPr/>
    </dgm:pt>
    <dgm:pt modelId="{52681C17-46CD-414A-9A6F-12ABFC4585A7}" type="pres">
      <dgm:prSet presAssocID="{5A9D7B13-2D4A-47CA-92D0-4AD46259A7FC}" presName="root" presStyleCnt="0"/>
      <dgm:spPr/>
    </dgm:pt>
    <dgm:pt modelId="{CD468B67-A5ED-4086-A09E-0CD063405E99}" type="pres">
      <dgm:prSet presAssocID="{5A9D7B13-2D4A-47CA-92D0-4AD46259A7FC}" presName="rootComposite" presStyleCnt="0"/>
      <dgm:spPr/>
    </dgm:pt>
    <dgm:pt modelId="{366F2518-2086-4004-A18E-CEF2BD853586}" type="pres">
      <dgm:prSet presAssocID="{5A9D7B13-2D4A-47CA-92D0-4AD46259A7FC}" presName="rootText" presStyleLbl="node1" presStyleIdx="3" presStyleCnt="4"/>
      <dgm:spPr/>
    </dgm:pt>
    <dgm:pt modelId="{DE4FA6E7-5217-4599-AD10-A2F4E954CDB9}" type="pres">
      <dgm:prSet presAssocID="{5A9D7B13-2D4A-47CA-92D0-4AD46259A7FC}" presName="rootConnector" presStyleLbl="node1" presStyleIdx="3" presStyleCnt="4"/>
      <dgm:spPr/>
    </dgm:pt>
    <dgm:pt modelId="{B8053F80-87E9-4DC3-AE3D-9D16DBB1A5F4}" type="pres">
      <dgm:prSet presAssocID="{5A9D7B13-2D4A-47CA-92D0-4AD46259A7FC}" presName="childShape" presStyleCnt="0"/>
      <dgm:spPr/>
    </dgm:pt>
  </dgm:ptLst>
  <dgm:cxnLst>
    <dgm:cxn modelId="{06231807-63A1-4B95-9E90-86704FA260E5}" srcId="{DB8DDB9D-36CB-40E7-B523-398D0663C3D4}" destId="{5A9D7B13-2D4A-47CA-92D0-4AD46259A7FC}" srcOrd="3" destOrd="0" parTransId="{5F9E2413-4C76-48EC-AA85-DE48B246E054}" sibTransId="{DD5B82E2-6B7C-48D5-8F89-D6BC1DF0C2BD}"/>
    <dgm:cxn modelId="{F2BC202D-3129-4AEE-9B83-66672EA1E352}" type="presOf" srcId="{39299CE4-8D05-42CF-8F00-590510FC2629}" destId="{906BDEDF-B2FA-43C5-91E7-F4DA42E4B1E7}" srcOrd="1" destOrd="0" presId="urn:microsoft.com/office/officeart/2005/8/layout/hierarchy3"/>
    <dgm:cxn modelId="{28391F5E-7143-47F8-94B5-D6164399EED5}" type="presOf" srcId="{10E68D64-5554-47B4-982C-A8E1EA9A1FAB}" destId="{3ECE46AB-54F3-43A1-95FB-88F0D8A75984}" srcOrd="0" destOrd="0" presId="urn:microsoft.com/office/officeart/2005/8/layout/hierarchy3"/>
    <dgm:cxn modelId="{41C5EB49-19C3-48D7-A0EC-FBB159CB73D5}" srcId="{DB8DDB9D-36CB-40E7-B523-398D0663C3D4}" destId="{10E68D64-5554-47B4-982C-A8E1EA9A1FAB}" srcOrd="2" destOrd="0" parTransId="{188DAAA3-6760-4A3F-BC5F-3C6296F533C4}" sibTransId="{8F7073CF-D454-48B1-9B84-6FDDCF0AD558}"/>
    <dgm:cxn modelId="{EABCBC4B-6E32-4FD7-A9A2-B2534D94A68A}" srcId="{DB8DDB9D-36CB-40E7-B523-398D0663C3D4}" destId="{39299CE4-8D05-42CF-8F00-590510FC2629}" srcOrd="0" destOrd="0" parTransId="{673AF5A5-6AC5-47F2-9785-A51AA0A395B4}" sibTransId="{0B7590E5-9D79-496F-BA85-496FD10E3A65}"/>
    <dgm:cxn modelId="{120D5690-69DF-44DC-BC96-6568E6F0E453}" type="presOf" srcId="{39299CE4-8D05-42CF-8F00-590510FC2629}" destId="{F38F9A53-2F1D-4454-994A-739BF154FCFA}" srcOrd="0" destOrd="0" presId="urn:microsoft.com/office/officeart/2005/8/layout/hierarchy3"/>
    <dgm:cxn modelId="{A8B72295-C671-403E-BAA0-6474B709673D}" type="presOf" srcId="{5A9D7B13-2D4A-47CA-92D0-4AD46259A7FC}" destId="{DE4FA6E7-5217-4599-AD10-A2F4E954CDB9}" srcOrd="1" destOrd="0" presId="urn:microsoft.com/office/officeart/2005/8/layout/hierarchy3"/>
    <dgm:cxn modelId="{BCF487AC-FC03-4C3A-B49A-B295E1127B57}" type="presOf" srcId="{5A9D7B13-2D4A-47CA-92D0-4AD46259A7FC}" destId="{366F2518-2086-4004-A18E-CEF2BD853586}" srcOrd="0" destOrd="0" presId="urn:microsoft.com/office/officeart/2005/8/layout/hierarchy3"/>
    <dgm:cxn modelId="{6F4F04C3-2C4C-43CB-B7AF-706F18BAA148}" srcId="{DB8DDB9D-36CB-40E7-B523-398D0663C3D4}" destId="{B1739553-7FD8-4BCA-8A76-88D7E6E1D000}" srcOrd="1" destOrd="0" parTransId="{92D3AA44-B311-41BB-9DF7-52BA014B29E9}" sibTransId="{2C3470BB-9124-4D53-AC45-F9503185E457}"/>
    <dgm:cxn modelId="{9388C5CE-1242-4B56-A2B0-3E126E3510FB}" type="presOf" srcId="{DB8DDB9D-36CB-40E7-B523-398D0663C3D4}" destId="{41A09CA7-7C30-4E3C-917F-13C9C2065664}" srcOrd="0" destOrd="0" presId="urn:microsoft.com/office/officeart/2005/8/layout/hierarchy3"/>
    <dgm:cxn modelId="{421A63D3-BA84-4D4D-B409-F5F9AA6490EA}" type="presOf" srcId="{B1739553-7FD8-4BCA-8A76-88D7E6E1D000}" destId="{E140933D-96C5-4A6D-825B-D22A94204D50}" srcOrd="0" destOrd="0" presId="urn:microsoft.com/office/officeart/2005/8/layout/hierarchy3"/>
    <dgm:cxn modelId="{38C5C0D3-8D58-4C07-A0DA-6FFAA98120CB}" type="presOf" srcId="{B1739553-7FD8-4BCA-8A76-88D7E6E1D000}" destId="{965163A0-0C91-4F1F-86EF-7986484B54E9}" srcOrd="1" destOrd="0" presId="urn:microsoft.com/office/officeart/2005/8/layout/hierarchy3"/>
    <dgm:cxn modelId="{9D56CEF3-34E6-4709-8E4A-619DB5C8B3ED}" type="presOf" srcId="{10E68D64-5554-47B4-982C-A8E1EA9A1FAB}" destId="{8DA4F558-EBDE-4835-9267-42046A53C0AB}" srcOrd="1" destOrd="0" presId="urn:microsoft.com/office/officeart/2005/8/layout/hierarchy3"/>
    <dgm:cxn modelId="{C589911E-E93A-4525-906C-FC4829A02BB8}" type="presParOf" srcId="{41A09CA7-7C30-4E3C-917F-13C9C2065664}" destId="{08720A31-F214-45DA-ABDF-70F6DF34A3A0}" srcOrd="0" destOrd="0" presId="urn:microsoft.com/office/officeart/2005/8/layout/hierarchy3"/>
    <dgm:cxn modelId="{CF73ADBB-8EFE-4D41-82E4-4F1B4CFA3D99}" type="presParOf" srcId="{08720A31-F214-45DA-ABDF-70F6DF34A3A0}" destId="{B3B08435-FAE0-447B-90A9-1246D2E73356}" srcOrd="0" destOrd="0" presId="urn:microsoft.com/office/officeart/2005/8/layout/hierarchy3"/>
    <dgm:cxn modelId="{9D4601FC-94BB-4E34-BDAD-FC112A21E512}" type="presParOf" srcId="{B3B08435-FAE0-447B-90A9-1246D2E73356}" destId="{F38F9A53-2F1D-4454-994A-739BF154FCFA}" srcOrd="0" destOrd="0" presId="urn:microsoft.com/office/officeart/2005/8/layout/hierarchy3"/>
    <dgm:cxn modelId="{A6C57FFC-23D4-4BAF-80E5-0F50E57815BE}" type="presParOf" srcId="{B3B08435-FAE0-447B-90A9-1246D2E73356}" destId="{906BDEDF-B2FA-43C5-91E7-F4DA42E4B1E7}" srcOrd="1" destOrd="0" presId="urn:microsoft.com/office/officeart/2005/8/layout/hierarchy3"/>
    <dgm:cxn modelId="{94885333-B7DA-4FF4-BC29-4C4AC5161D5D}" type="presParOf" srcId="{08720A31-F214-45DA-ABDF-70F6DF34A3A0}" destId="{E160181C-6A80-40CA-8D58-4517B13DF80E}" srcOrd="1" destOrd="0" presId="urn:microsoft.com/office/officeart/2005/8/layout/hierarchy3"/>
    <dgm:cxn modelId="{4D7B3A37-4517-41F5-B816-F357F69D8908}" type="presParOf" srcId="{41A09CA7-7C30-4E3C-917F-13C9C2065664}" destId="{04039A79-5465-4295-B76C-D7E7DEC154D1}" srcOrd="1" destOrd="0" presId="urn:microsoft.com/office/officeart/2005/8/layout/hierarchy3"/>
    <dgm:cxn modelId="{205EBADD-A269-4E1D-A895-3FFF8FD05040}" type="presParOf" srcId="{04039A79-5465-4295-B76C-D7E7DEC154D1}" destId="{1CCD89F5-96F4-4823-9593-3A998DE0AB83}" srcOrd="0" destOrd="0" presId="urn:microsoft.com/office/officeart/2005/8/layout/hierarchy3"/>
    <dgm:cxn modelId="{5740AA72-51E7-421D-B937-22C182CF475F}" type="presParOf" srcId="{1CCD89F5-96F4-4823-9593-3A998DE0AB83}" destId="{E140933D-96C5-4A6D-825B-D22A94204D50}" srcOrd="0" destOrd="0" presId="urn:microsoft.com/office/officeart/2005/8/layout/hierarchy3"/>
    <dgm:cxn modelId="{4C479486-BE24-4F25-B36B-DE6A1F9C9942}" type="presParOf" srcId="{1CCD89F5-96F4-4823-9593-3A998DE0AB83}" destId="{965163A0-0C91-4F1F-86EF-7986484B54E9}" srcOrd="1" destOrd="0" presId="urn:microsoft.com/office/officeart/2005/8/layout/hierarchy3"/>
    <dgm:cxn modelId="{AAA68AF4-95AA-4952-8BF6-3E3824EEC3AE}" type="presParOf" srcId="{04039A79-5465-4295-B76C-D7E7DEC154D1}" destId="{D16A278E-B190-406C-AA00-95C6B42AAC6D}" srcOrd="1" destOrd="0" presId="urn:microsoft.com/office/officeart/2005/8/layout/hierarchy3"/>
    <dgm:cxn modelId="{5CA18C25-9473-4841-90B0-22515E6515CF}" type="presParOf" srcId="{41A09CA7-7C30-4E3C-917F-13C9C2065664}" destId="{B3AF151B-E319-4592-8D2D-C603C447DDB5}" srcOrd="2" destOrd="0" presId="urn:microsoft.com/office/officeart/2005/8/layout/hierarchy3"/>
    <dgm:cxn modelId="{E76D646C-F46F-4777-8664-2A4865044177}" type="presParOf" srcId="{B3AF151B-E319-4592-8D2D-C603C447DDB5}" destId="{C213FF20-3EDF-49C5-AB3B-2EC6D2CBB70C}" srcOrd="0" destOrd="0" presId="urn:microsoft.com/office/officeart/2005/8/layout/hierarchy3"/>
    <dgm:cxn modelId="{04A9B52D-ABBD-42B4-AB9B-FE4D9A40BA1C}" type="presParOf" srcId="{C213FF20-3EDF-49C5-AB3B-2EC6D2CBB70C}" destId="{3ECE46AB-54F3-43A1-95FB-88F0D8A75984}" srcOrd="0" destOrd="0" presId="urn:microsoft.com/office/officeart/2005/8/layout/hierarchy3"/>
    <dgm:cxn modelId="{E0D6986A-C776-40E5-895C-F88E9D8F77F0}" type="presParOf" srcId="{C213FF20-3EDF-49C5-AB3B-2EC6D2CBB70C}" destId="{8DA4F558-EBDE-4835-9267-42046A53C0AB}" srcOrd="1" destOrd="0" presId="urn:microsoft.com/office/officeart/2005/8/layout/hierarchy3"/>
    <dgm:cxn modelId="{AF8161A9-A06F-415E-BC96-EF4B803F27BF}" type="presParOf" srcId="{B3AF151B-E319-4592-8D2D-C603C447DDB5}" destId="{B1E53ABE-E356-4B1F-9B79-1DAF53FE121D}" srcOrd="1" destOrd="0" presId="urn:microsoft.com/office/officeart/2005/8/layout/hierarchy3"/>
    <dgm:cxn modelId="{F51D07F7-8FBC-474F-B36D-8D7B533EBCDF}" type="presParOf" srcId="{41A09CA7-7C30-4E3C-917F-13C9C2065664}" destId="{52681C17-46CD-414A-9A6F-12ABFC4585A7}" srcOrd="3" destOrd="0" presId="urn:microsoft.com/office/officeart/2005/8/layout/hierarchy3"/>
    <dgm:cxn modelId="{D1A65899-F72D-4CBC-B65E-AA728638E50B}" type="presParOf" srcId="{52681C17-46CD-414A-9A6F-12ABFC4585A7}" destId="{CD468B67-A5ED-4086-A09E-0CD063405E99}" srcOrd="0" destOrd="0" presId="urn:microsoft.com/office/officeart/2005/8/layout/hierarchy3"/>
    <dgm:cxn modelId="{C16438DD-184E-48F2-831D-CA3B24889028}" type="presParOf" srcId="{CD468B67-A5ED-4086-A09E-0CD063405E99}" destId="{366F2518-2086-4004-A18E-CEF2BD853586}" srcOrd="0" destOrd="0" presId="urn:microsoft.com/office/officeart/2005/8/layout/hierarchy3"/>
    <dgm:cxn modelId="{8904C0A0-3F2E-4192-A73E-4C36D5627CC6}" type="presParOf" srcId="{CD468B67-A5ED-4086-A09E-0CD063405E99}" destId="{DE4FA6E7-5217-4599-AD10-A2F4E954CDB9}" srcOrd="1" destOrd="0" presId="urn:microsoft.com/office/officeart/2005/8/layout/hierarchy3"/>
    <dgm:cxn modelId="{DD13168A-4B96-499F-8C5E-0C445937C230}" type="presParOf" srcId="{52681C17-46CD-414A-9A6F-12ABFC4585A7}" destId="{B8053F80-87E9-4DC3-AE3D-9D16DBB1A5F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EBE25C4-21F3-4605-984E-3C0779F90EA6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47D5053-9840-45FE-832F-8E5E154EA3F9}">
      <dgm:prSet custT="1"/>
      <dgm:spPr/>
      <dgm:t>
        <a:bodyPr/>
        <a:lstStyle/>
        <a:p>
          <a:r>
            <a:rPr lang="en-US" sz="2000" b="0" i="0" baseline="0" dirty="0" err="1"/>
            <a:t>EcoSip</a:t>
          </a:r>
          <a:r>
            <a:rPr lang="en-US" sz="2000" b="0" i="0" baseline="0" dirty="0"/>
            <a:t> Storytelling: </a:t>
          </a:r>
          <a:r>
            <a:rPr lang="en-US" sz="1800" b="0" i="0" baseline="0" dirty="0"/>
            <a:t>Short reels showing “Plastic vs </a:t>
          </a:r>
          <a:r>
            <a:rPr lang="en-US" sz="1800" b="0" i="0" baseline="0" dirty="0" err="1"/>
            <a:t>EcoSip</a:t>
          </a:r>
          <a:r>
            <a:rPr lang="en-US" sz="1800" b="0" i="0" baseline="0" dirty="0"/>
            <a:t>” lifestyle. </a:t>
          </a:r>
          <a:endParaRPr lang="en-IN" sz="1800" dirty="0"/>
        </a:p>
      </dgm:t>
    </dgm:pt>
    <dgm:pt modelId="{ABC333E3-1E3D-4CB4-A715-CCB2CAD06260}" type="parTrans" cxnId="{75E81459-7180-48BD-9D44-CD5CB4192A89}">
      <dgm:prSet/>
      <dgm:spPr/>
      <dgm:t>
        <a:bodyPr/>
        <a:lstStyle/>
        <a:p>
          <a:endParaRPr lang="en-IN"/>
        </a:p>
      </dgm:t>
    </dgm:pt>
    <dgm:pt modelId="{EBD389D7-42F0-4584-BF4D-44A73B2DFA2E}" type="sibTrans" cxnId="{75E81459-7180-48BD-9D44-CD5CB4192A89}">
      <dgm:prSet/>
      <dgm:spPr/>
      <dgm:t>
        <a:bodyPr/>
        <a:lstStyle/>
        <a:p>
          <a:endParaRPr lang="en-IN"/>
        </a:p>
      </dgm:t>
    </dgm:pt>
    <dgm:pt modelId="{7B7D153C-EEF4-4A47-8046-E187E87A8C66}">
      <dgm:prSet/>
      <dgm:spPr/>
      <dgm:t>
        <a:bodyPr/>
        <a:lstStyle/>
        <a:p>
          <a:r>
            <a:rPr lang="en-US" b="0" i="0" baseline="0"/>
            <a:t>Collaborations with eco-conscious NGOs for credibility. </a:t>
          </a:r>
          <a:endParaRPr lang="en-IN"/>
        </a:p>
      </dgm:t>
    </dgm:pt>
    <dgm:pt modelId="{908C5642-B799-4150-99AF-AFC3ED24435A}" type="parTrans" cxnId="{88A48EBE-22D1-426C-81E1-C8367210D035}">
      <dgm:prSet/>
      <dgm:spPr/>
      <dgm:t>
        <a:bodyPr/>
        <a:lstStyle/>
        <a:p>
          <a:endParaRPr lang="en-IN"/>
        </a:p>
      </dgm:t>
    </dgm:pt>
    <dgm:pt modelId="{4B5FC233-7040-4088-824A-C20E67EB57CB}" type="sibTrans" cxnId="{88A48EBE-22D1-426C-81E1-C8367210D035}">
      <dgm:prSet/>
      <dgm:spPr/>
      <dgm:t>
        <a:bodyPr/>
        <a:lstStyle/>
        <a:p>
          <a:endParaRPr lang="en-IN"/>
        </a:p>
      </dgm:t>
    </dgm:pt>
    <dgm:pt modelId="{A4C3BFBD-C3B5-4FA4-A050-0E518AA9D667}">
      <dgm:prSet/>
      <dgm:spPr/>
      <dgm:t>
        <a:bodyPr/>
        <a:lstStyle/>
        <a:p>
          <a:r>
            <a:rPr lang="en-US" b="0" i="0" baseline="0"/>
            <a:t>Use discount codes tied to influencers (e.g., “FIT10” for 10% off). </a:t>
          </a:r>
          <a:endParaRPr lang="en-IN"/>
        </a:p>
      </dgm:t>
    </dgm:pt>
    <dgm:pt modelId="{EAF4F93C-745A-4786-B4DC-892F9A50F654}" type="parTrans" cxnId="{EE4F433E-DE85-42B7-9292-79D00C36CC87}">
      <dgm:prSet/>
      <dgm:spPr/>
      <dgm:t>
        <a:bodyPr/>
        <a:lstStyle/>
        <a:p>
          <a:endParaRPr lang="en-IN"/>
        </a:p>
      </dgm:t>
    </dgm:pt>
    <dgm:pt modelId="{08683C81-33F0-4405-AC7F-11352EFE1CE2}" type="sibTrans" cxnId="{EE4F433E-DE85-42B7-9292-79D00C36CC87}">
      <dgm:prSet/>
      <dgm:spPr/>
      <dgm:t>
        <a:bodyPr/>
        <a:lstStyle/>
        <a:p>
          <a:endParaRPr lang="en-IN"/>
        </a:p>
      </dgm:t>
    </dgm:pt>
    <dgm:pt modelId="{66564C63-8738-4339-AB1B-B7951FBC49F2}" type="pres">
      <dgm:prSet presAssocID="{1EBE25C4-21F3-4605-984E-3C0779F90EA6}" presName="Name0" presStyleCnt="0">
        <dgm:presLayoutVars>
          <dgm:dir/>
          <dgm:resizeHandles val="exact"/>
        </dgm:presLayoutVars>
      </dgm:prSet>
      <dgm:spPr/>
    </dgm:pt>
    <dgm:pt modelId="{3FAB4CA1-2C25-4CB9-A1E8-197FD3BE51F0}" type="pres">
      <dgm:prSet presAssocID="{1EBE25C4-21F3-4605-984E-3C0779F90EA6}" presName="arrow" presStyleLbl="bgShp" presStyleIdx="0" presStyleCnt="1"/>
      <dgm:spPr/>
    </dgm:pt>
    <dgm:pt modelId="{32A914FA-B859-4C80-BEB5-4E6DE0D703E0}" type="pres">
      <dgm:prSet presAssocID="{1EBE25C4-21F3-4605-984E-3C0779F90EA6}" presName="points" presStyleCnt="0"/>
      <dgm:spPr/>
    </dgm:pt>
    <dgm:pt modelId="{8A858FE5-0547-4CC3-9E76-24AF6BFF56DE}" type="pres">
      <dgm:prSet presAssocID="{A47D5053-9840-45FE-832F-8E5E154EA3F9}" presName="compositeA" presStyleCnt="0"/>
      <dgm:spPr/>
    </dgm:pt>
    <dgm:pt modelId="{9374F292-0BE3-4BD7-AF95-966D62371121}" type="pres">
      <dgm:prSet presAssocID="{A47D5053-9840-45FE-832F-8E5E154EA3F9}" presName="textA" presStyleLbl="revTx" presStyleIdx="0" presStyleCnt="3">
        <dgm:presLayoutVars>
          <dgm:bulletEnabled val="1"/>
        </dgm:presLayoutVars>
      </dgm:prSet>
      <dgm:spPr/>
    </dgm:pt>
    <dgm:pt modelId="{753111A2-EA48-406F-BD9D-B035A6FFD8A7}" type="pres">
      <dgm:prSet presAssocID="{A47D5053-9840-45FE-832F-8E5E154EA3F9}" presName="circleA" presStyleLbl="node1" presStyleIdx="0" presStyleCnt="3"/>
      <dgm:spPr/>
    </dgm:pt>
    <dgm:pt modelId="{1A9E2645-120E-4A70-B921-B12AB2B78C32}" type="pres">
      <dgm:prSet presAssocID="{A47D5053-9840-45FE-832F-8E5E154EA3F9}" presName="spaceA" presStyleCnt="0"/>
      <dgm:spPr/>
    </dgm:pt>
    <dgm:pt modelId="{A305B6AC-5206-4733-BF7B-C3A149C5A793}" type="pres">
      <dgm:prSet presAssocID="{EBD389D7-42F0-4584-BF4D-44A73B2DFA2E}" presName="space" presStyleCnt="0"/>
      <dgm:spPr/>
    </dgm:pt>
    <dgm:pt modelId="{5CAC3763-56A6-4365-8CB8-5FB00E0B3EA5}" type="pres">
      <dgm:prSet presAssocID="{7B7D153C-EEF4-4A47-8046-E187E87A8C66}" presName="compositeB" presStyleCnt="0"/>
      <dgm:spPr/>
    </dgm:pt>
    <dgm:pt modelId="{659E3AAC-BE51-47C8-9EB2-5453BC1EC1A5}" type="pres">
      <dgm:prSet presAssocID="{7B7D153C-EEF4-4A47-8046-E187E87A8C66}" presName="textB" presStyleLbl="revTx" presStyleIdx="1" presStyleCnt="3">
        <dgm:presLayoutVars>
          <dgm:bulletEnabled val="1"/>
        </dgm:presLayoutVars>
      </dgm:prSet>
      <dgm:spPr/>
    </dgm:pt>
    <dgm:pt modelId="{D142B157-74B9-4D22-9219-CDCBE7401FE1}" type="pres">
      <dgm:prSet presAssocID="{7B7D153C-EEF4-4A47-8046-E187E87A8C66}" presName="circleB" presStyleLbl="node1" presStyleIdx="1" presStyleCnt="3"/>
      <dgm:spPr/>
    </dgm:pt>
    <dgm:pt modelId="{7673967D-DC79-49A7-A4E7-65D8D2B5FF09}" type="pres">
      <dgm:prSet presAssocID="{7B7D153C-EEF4-4A47-8046-E187E87A8C66}" presName="spaceB" presStyleCnt="0"/>
      <dgm:spPr/>
    </dgm:pt>
    <dgm:pt modelId="{E522B4B9-94D8-4DF0-A0F3-72AE6BAA308E}" type="pres">
      <dgm:prSet presAssocID="{4B5FC233-7040-4088-824A-C20E67EB57CB}" presName="space" presStyleCnt="0"/>
      <dgm:spPr/>
    </dgm:pt>
    <dgm:pt modelId="{A64812A5-D9F4-4528-8216-4B34FD9AF4C5}" type="pres">
      <dgm:prSet presAssocID="{A4C3BFBD-C3B5-4FA4-A050-0E518AA9D667}" presName="compositeA" presStyleCnt="0"/>
      <dgm:spPr/>
    </dgm:pt>
    <dgm:pt modelId="{73E01A15-13C9-40EC-BC63-81885C1902E7}" type="pres">
      <dgm:prSet presAssocID="{A4C3BFBD-C3B5-4FA4-A050-0E518AA9D667}" presName="textA" presStyleLbl="revTx" presStyleIdx="2" presStyleCnt="3">
        <dgm:presLayoutVars>
          <dgm:bulletEnabled val="1"/>
        </dgm:presLayoutVars>
      </dgm:prSet>
      <dgm:spPr/>
    </dgm:pt>
    <dgm:pt modelId="{D1CDE3D5-D13F-4C5B-994C-B59D40F293F4}" type="pres">
      <dgm:prSet presAssocID="{A4C3BFBD-C3B5-4FA4-A050-0E518AA9D667}" presName="circleA" presStyleLbl="node1" presStyleIdx="2" presStyleCnt="3"/>
      <dgm:spPr/>
    </dgm:pt>
    <dgm:pt modelId="{96ABD198-54FB-4DC8-942A-5DCEDBED9A8D}" type="pres">
      <dgm:prSet presAssocID="{A4C3BFBD-C3B5-4FA4-A050-0E518AA9D667}" presName="spaceA" presStyleCnt="0"/>
      <dgm:spPr/>
    </dgm:pt>
  </dgm:ptLst>
  <dgm:cxnLst>
    <dgm:cxn modelId="{EE4F433E-DE85-42B7-9292-79D00C36CC87}" srcId="{1EBE25C4-21F3-4605-984E-3C0779F90EA6}" destId="{A4C3BFBD-C3B5-4FA4-A050-0E518AA9D667}" srcOrd="2" destOrd="0" parTransId="{EAF4F93C-745A-4786-B4DC-892F9A50F654}" sibTransId="{08683C81-33F0-4405-AC7F-11352EFE1CE2}"/>
    <dgm:cxn modelId="{22C3EF5D-6303-4F6A-8CF4-A3A902530C99}" type="presOf" srcId="{A4C3BFBD-C3B5-4FA4-A050-0E518AA9D667}" destId="{73E01A15-13C9-40EC-BC63-81885C1902E7}" srcOrd="0" destOrd="0" presId="urn:microsoft.com/office/officeart/2005/8/layout/hProcess11"/>
    <dgm:cxn modelId="{0C72AF6F-B711-4498-89AF-A2286694FA59}" type="presOf" srcId="{A47D5053-9840-45FE-832F-8E5E154EA3F9}" destId="{9374F292-0BE3-4BD7-AF95-966D62371121}" srcOrd="0" destOrd="0" presId="urn:microsoft.com/office/officeart/2005/8/layout/hProcess11"/>
    <dgm:cxn modelId="{75E81459-7180-48BD-9D44-CD5CB4192A89}" srcId="{1EBE25C4-21F3-4605-984E-3C0779F90EA6}" destId="{A47D5053-9840-45FE-832F-8E5E154EA3F9}" srcOrd="0" destOrd="0" parTransId="{ABC333E3-1E3D-4CB4-A715-CCB2CAD06260}" sibTransId="{EBD389D7-42F0-4584-BF4D-44A73B2DFA2E}"/>
    <dgm:cxn modelId="{7C739185-3660-4032-88C7-EE9D481D5F04}" type="presOf" srcId="{1EBE25C4-21F3-4605-984E-3C0779F90EA6}" destId="{66564C63-8738-4339-AB1B-B7951FBC49F2}" srcOrd="0" destOrd="0" presId="urn:microsoft.com/office/officeart/2005/8/layout/hProcess11"/>
    <dgm:cxn modelId="{88A48EBE-22D1-426C-81E1-C8367210D035}" srcId="{1EBE25C4-21F3-4605-984E-3C0779F90EA6}" destId="{7B7D153C-EEF4-4A47-8046-E187E87A8C66}" srcOrd="1" destOrd="0" parTransId="{908C5642-B799-4150-99AF-AFC3ED24435A}" sibTransId="{4B5FC233-7040-4088-824A-C20E67EB57CB}"/>
    <dgm:cxn modelId="{7BE744E5-D7BF-440C-8824-F6F25DE15A13}" type="presOf" srcId="{7B7D153C-EEF4-4A47-8046-E187E87A8C66}" destId="{659E3AAC-BE51-47C8-9EB2-5453BC1EC1A5}" srcOrd="0" destOrd="0" presId="urn:microsoft.com/office/officeart/2005/8/layout/hProcess11"/>
    <dgm:cxn modelId="{2E362A19-8A18-4274-9FC6-8F9ED3955EC6}" type="presParOf" srcId="{66564C63-8738-4339-AB1B-B7951FBC49F2}" destId="{3FAB4CA1-2C25-4CB9-A1E8-197FD3BE51F0}" srcOrd="0" destOrd="0" presId="urn:microsoft.com/office/officeart/2005/8/layout/hProcess11"/>
    <dgm:cxn modelId="{1EAD36E1-6815-4994-A0D5-B3B365DFED28}" type="presParOf" srcId="{66564C63-8738-4339-AB1B-B7951FBC49F2}" destId="{32A914FA-B859-4C80-BEB5-4E6DE0D703E0}" srcOrd="1" destOrd="0" presId="urn:microsoft.com/office/officeart/2005/8/layout/hProcess11"/>
    <dgm:cxn modelId="{6B61798B-0E25-4F67-85B3-5703A8E0611F}" type="presParOf" srcId="{32A914FA-B859-4C80-BEB5-4E6DE0D703E0}" destId="{8A858FE5-0547-4CC3-9E76-24AF6BFF56DE}" srcOrd="0" destOrd="0" presId="urn:microsoft.com/office/officeart/2005/8/layout/hProcess11"/>
    <dgm:cxn modelId="{948371CB-9C78-4A20-98DF-4EDED7203075}" type="presParOf" srcId="{8A858FE5-0547-4CC3-9E76-24AF6BFF56DE}" destId="{9374F292-0BE3-4BD7-AF95-966D62371121}" srcOrd="0" destOrd="0" presId="urn:microsoft.com/office/officeart/2005/8/layout/hProcess11"/>
    <dgm:cxn modelId="{B4AD07A9-82CE-4C84-A9B4-F6196A1B3386}" type="presParOf" srcId="{8A858FE5-0547-4CC3-9E76-24AF6BFF56DE}" destId="{753111A2-EA48-406F-BD9D-B035A6FFD8A7}" srcOrd="1" destOrd="0" presId="urn:microsoft.com/office/officeart/2005/8/layout/hProcess11"/>
    <dgm:cxn modelId="{7478CEF5-8F82-4902-B60D-14C323F9021E}" type="presParOf" srcId="{8A858FE5-0547-4CC3-9E76-24AF6BFF56DE}" destId="{1A9E2645-120E-4A70-B921-B12AB2B78C32}" srcOrd="2" destOrd="0" presId="urn:microsoft.com/office/officeart/2005/8/layout/hProcess11"/>
    <dgm:cxn modelId="{B92A975E-78C1-4F17-BCFB-E7546A580CFA}" type="presParOf" srcId="{32A914FA-B859-4C80-BEB5-4E6DE0D703E0}" destId="{A305B6AC-5206-4733-BF7B-C3A149C5A793}" srcOrd="1" destOrd="0" presId="urn:microsoft.com/office/officeart/2005/8/layout/hProcess11"/>
    <dgm:cxn modelId="{0742E2C4-0144-4B77-9987-D4E3361E46B8}" type="presParOf" srcId="{32A914FA-B859-4C80-BEB5-4E6DE0D703E0}" destId="{5CAC3763-56A6-4365-8CB8-5FB00E0B3EA5}" srcOrd="2" destOrd="0" presId="urn:microsoft.com/office/officeart/2005/8/layout/hProcess11"/>
    <dgm:cxn modelId="{DA964ADF-33F0-4FC4-8655-5505218FD43F}" type="presParOf" srcId="{5CAC3763-56A6-4365-8CB8-5FB00E0B3EA5}" destId="{659E3AAC-BE51-47C8-9EB2-5453BC1EC1A5}" srcOrd="0" destOrd="0" presId="urn:microsoft.com/office/officeart/2005/8/layout/hProcess11"/>
    <dgm:cxn modelId="{3DC40E71-0E19-44E7-81DC-0661F19FE198}" type="presParOf" srcId="{5CAC3763-56A6-4365-8CB8-5FB00E0B3EA5}" destId="{D142B157-74B9-4D22-9219-CDCBE7401FE1}" srcOrd="1" destOrd="0" presId="urn:microsoft.com/office/officeart/2005/8/layout/hProcess11"/>
    <dgm:cxn modelId="{4A0500F1-8076-45BB-836C-134DBD168E00}" type="presParOf" srcId="{5CAC3763-56A6-4365-8CB8-5FB00E0B3EA5}" destId="{7673967D-DC79-49A7-A4E7-65D8D2B5FF09}" srcOrd="2" destOrd="0" presId="urn:microsoft.com/office/officeart/2005/8/layout/hProcess11"/>
    <dgm:cxn modelId="{17238C9D-D8F4-4D70-AA8E-CC52A0214661}" type="presParOf" srcId="{32A914FA-B859-4C80-BEB5-4E6DE0D703E0}" destId="{E522B4B9-94D8-4DF0-A0F3-72AE6BAA308E}" srcOrd="3" destOrd="0" presId="urn:microsoft.com/office/officeart/2005/8/layout/hProcess11"/>
    <dgm:cxn modelId="{2EF6BD81-0682-4AD9-BC92-EB79BA405945}" type="presParOf" srcId="{32A914FA-B859-4C80-BEB5-4E6DE0D703E0}" destId="{A64812A5-D9F4-4528-8216-4B34FD9AF4C5}" srcOrd="4" destOrd="0" presId="urn:microsoft.com/office/officeart/2005/8/layout/hProcess11"/>
    <dgm:cxn modelId="{86E7490C-EAA1-4F6F-83D5-FEB05F0F920C}" type="presParOf" srcId="{A64812A5-D9F4-4528-8216-4B34FD9AF4C5}" destId="{73E01A15-13C9-40EC-BC63-81885C1902E7}" srcOrd="0" destOrd="0" presId="urn:microsoft.com/office/officeart/2005/8/layout/hProcess11"/>
    <dgm:cxn modelId="{B5092BCD-37AB-4C1C-8F21-A7E946647F08}" type="presParOf" srcId="{A64812A5-D9F4-4528-8216-4B34FD9AF4C5}" destId="{D1CDE3D5-D13F-4C5B-994C-B59D40F293F4}" srcOrd="1" destOrd="0" presId="urn:microsoft.com/office/officeart/2005/8/layout/hProcess11"/>
    <dgm:cxn modelId="{05F138D9-4B46-4631-BE9B-1AA28BD9B6B0}" type="presParOf" srcId="{A64812A5-D9F4-4528-8216-4B34FD9AF4C5}" destId="{96ABD198-54FB-4DC8-942A-5DCEDBED9A8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9D77D15-D921-416F-9E8D-F2E423F3A45A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7063030-A7BC-46FE-8579-E4D141C0104A}">
      <dgm:prSet/>
      <dgm:spPr/>
      <dgm:t>
        <a:bodyPr/>
        <a:lstStyle/>
        <a:p>
          <a:r>
            <a:rPr lang="en-IN"/>
            <a:t>This is the balanced plan within 80000rs budget</a:t>
          </a:r>
        </a:p>
      </dgm:t>
    </dgm:pt>
    <dgm:pt modelId="{B7BF3DAB-CFAA-4931-AF0C-361FDC679A00}" type="parTrans" cxnId="{9C7AC01D-0722-4F2B-9D04-9F51A8C6F521}">
      <dgm:prSet/>
      <dgm:spPr/>
      <dgm:t>
        <a:bodyPr/>
        <a:lstStyle/>
        <a:p>
          <a:endParaRPr lang="en-IN"/>
        </a:p>
      </dgm:t>
    </dgm:pt>
    <dgm:pt modelId="{F68A6EC1-33C5-471C-9112-3CAE8B597F33}" type="sibTrans" cxnId="{9C7AC01D-0722-4F2B-9D04-9F51A8C6F521}">
      <dgm:prSet/>
      <dgm:spPr/>
      <dgm:t>
        <a:bodyPr/>
        <a:lstStyle/>
        <a:p>
          <a:endParaRPr lang="en-IN"/>
        </a:p>
      </dgm:t>
    </dgm:pt>
    <dgm:pt modelId="{86F79DB0-CEDA-49C9-B29C-52E01CA87511}">
      <dgm:prSet/>
      <dgm:spPr/>
      <dgm:t>
        <a:bodyPr/>
        <a:lstStyle/>
        <a:p>
          <a:r>
            <a:rPr lang="en-IN"/>
            <a:t>1</a:t>
          </a:r>
          <a:r>
            <a:rPr lang="en-IN" baseline="30000"/>
            <a:t>st</a:t>
          </a:r>
          <a:r>
            <a:rPr lang="en-IN"/>
            <a:t> month: shown allocation regarding  awareness </a:t>
          </a:r>
        </a:p>
      </dgm:t>
    </dgm:pt>
    <dgm:pt modelId="{5A889AB6-632E-4E65-8B55-7AE6448A7221}" type="parTrans" cxnId="{8E5E35CB-0B0F-4546-AB3D-35AFD4BB78C5}">
      <dgm:prSet/>
      <dgm:spPr/>
      <dgm:t>
        <a:bodyPr/>
        <a:lstStyle/>
        <a:p>
          <a:endParaRPr lang="en-IN"/>
        </a:p>
      </dgm:t>
    </dgm:pt>
    <dgm:pt modelId="{9AE2D05C-8D1C-49DC-B3C0-5641884AFA91}" type="sibTrans" cxnId="{8E5E35CB-0B0F-4546-AB3D-35AFD4BB78C5}">
      <dgm:prSet/>
      <dgm:spPr/>
      <dgm:t>
        <a:bodyPr/>
        <a:lstStyle/>
        <a:p>
          <a:endParaRPr lang="en-IN"/>
        </a:p>
      </dgm:t>
    </dgm:pt>
    <dgm:pt modelId="{E731D67C-699C-47F1-BB3C-9E5F3B26F245}">
      <dgm:prSet/>
      <dgm:spPr/>
      <dgm:t>
        <a:bodyPr/>
        <a:lstStyle/>
        <a:p>
          <a:r>
            <a:rPr lang="en-IN"/>
            <a:t>2</a:t>
          </a:r>
          <a:r>
            <a:rPr lang="en-IN" baseline="30000"/>
            <a:t>nd</a:t>
          </a:r>
          <a:r>
            <a:rPr lang="en-IN"/>
            <a:t> month: shown allocation regarding  engagement</a:t>
          </a:r>
        </a:p>
      </dgm:t>
    </dgm:pt>
    <dgm:pt modelId="{45D1D352-612C-4818-B451-1B15D92A062F}" type="parTrans" cxnId="{50C7C1F3-7D09-4B07-B7ED-9F19F636E184}">
      <dgm:prSet/>
      <dgm:spPr/>
      <dgm:t>
        <a:bodyPr/>
        <a:lstStyle/>
        <a:p>
          <a:endParaRPr lang="en-IN"/>
        </a:p>
      </dgm:t>
    </dgm:pt>
    <dgm:pt modelId="{C17148B3-9DAB-4695-9F9F-41DAE7D23B7E}" type="sibTrans" cxnId="{50C7C1F3-7D09-4B07-B7ED-9F19F636E184}">
      <dgm:prSet/>
      <dgm:spPr/>
      <dgm:t>
        <a:bodyPr/>
        <a:lstStyle/>
        <a:p>
          <a:endParaRPr lang="en-IN"/>
        </a:p>
      </dgm:t>
    </dgm:pt>
    <dgm:pt modelId="{76D6401B-61BB-4FDB-A4AC-7FDB3A7EBB7D}">
      <dgm:prSet/>
      <dgm:spPr/>
      <dgm:t>
        <a:bodyPr/>
        <a:lstStyle/>
        <a:p>
          <a:r>
            <a:rPr lang="en-IN"/>
            <a:t>3</a:t>
          </a:r>
          <a:r>
            <a:rPr lang="en-IN" baseline="30000"/>
            <a:t>rd</a:t>
          </a:r>
          <a:r>
            <a:rPr lang="en-IN"/>
            <a:t> month: shown allocation regarding  sales push</a:t>
          </a:r>
        </a:p>
      </dgm:t>
    </dgm:pt>
    <dgm:pt modelId="{D9EC284C-AAC9-4AC3-B34C-6E5847B6836C}" type="parTrans" cxnId="{2D356C13-F50E-4B69-9AA9-1ED3B651F673}">
      <dgm:prSet/>
      <dgm:spPr/>
      <dgm:t>
        <a:bodyPr/>
        <a:lstStyle/>
        <a:p>
          <a:endParaRPr lang="en-IN"/>
        </a:p>
      </dgm:t>
    </dgm:pt>
    <dgm:pt modelId="{93E1CFF1-C6E3-4D1A-8F57-3597030D257B}" type="sibTrans" cxnId="{2D356C13-F50E-4B69-9AA9-1ED3B651F673}">
      <dgm:prSet/>
      <dgm:spPr/>
      <dgm:t>
        <a:bodyPr/>
        <a:lstStyle/>
        <a:p>
          <a:endParaRPr lang="en-IN"/>
        </a:p>
      </dgm:t>
    </dgm:pt>
    <dgm:pt modelId="{70E9527F-7001-4390-8594-0F4ECBF44301}" type="pres">
      <dgm:prSet presAssocID="{19D77D15-D921-416F-9E8D-F2E423F3A45A}" presName="cycle" presStyleCnt="0">
        <dgm:presLayoutVars>
          <dgm:dir/>
          <dgm:resizeHandles val="exact"/>
        </dgm:presLayoutVars>
      </dgm:prSet>
      <dgm:spPr/>
    </dgm:pt>
    <dgm:pt modelId="{09DBCCF8-02BF-46F4-9F17-A1682BC184A5}" type="pres">
      <dgm:prSet presAssocID="{77063030-A7BC-46FE-8579-E4D141C0104A}" presName="node" presStyleLbl="node1" presStyleIdx="0" presStyleCnt="4">
        <dgm:presLayoutVars>
          <dgm:bulletEnabled val="1"/>
        </dgm:presLayoutVars>
      </dgm:prSet>
      <dgm:spPr/>
    </dgm:pt>
    <dgm:pt modelId="{1B3C45D9-4080-4E05-8FBD-B2628649806F}" type="pres">
      <dgm:prSet presAssocID="{F68A6EC1-33C5-471C-9112-3CAE8B597F33}" presName="sibTrans" presStyleLbl="sibTrans2D1" presStyleIdx="0" presStyleCnt="4"/>
      <dgm:spPr/>
    </dgm:pt>
    <dgm:pt modelId="{80A75CC5-57B3-4C8F-9B69-9B6E21A118E9}" type="pres">
      <dgm:prSet presAssocID="{F68A6EC1-33C5-471C-9112-3CAE8B597F33}" presName="connectorText" presStyleLbl="sibTrans2D1" presStyleIdx="0" presStyleCnt="4"/>
      <dgm:spPr/>
    </dgm:pt>
    <dgm:pt modelId="{9B1E9B05-0F66-4120-9358-D1D0024433A1}" type="pres">
      <dgm:prSet presAssocID="{86F79DB0-CEDA-49C9-B29C-52E01CA87511}" presName="node" presStyleLbl="node1" presStyleIdx="1" presStyleCnt="4">
        <dgm:presLayoutVars>
          <dgm:bulletEnabled val="1"/>
        </dgm:presLayoutVars>
      </dgm:prSet>
      <dgm:spPr/>
    </dgm:pt>
    <dgm:pt modelId="{DAEE0D43-48BC-423E-9CFE-460FA342DC2E}" type="pres">
      <dgm:prSet presAssocID="{9AE2D05C-8D1C-49DC-B3C0-5641884AFA91}" presName="sibTrans" presStyleLbl="sibTrans2D1" presStyleIdx="1" presStyleCnt="4"/>
      <dgm:spPr/>
    </dgm:pt>
    <dgm:pt modelId="{EA7C8A82-6F93-44B8-BB83-EEA0BB0C48DF}" type="pres">
      <dgm:prSet presAssocID="{9AE2D05C-8D1C-49DC-B3C0-5641884AFA91}" presName="connectorText" presStyleLbl="sibTrans2D1" presStyleIdx="1" presStyleCnt="4"/>
      <dgm:spPr/>
    </dgm:pt>
    <dgm:pt modelId="{096F7391-A1AA-485A-9E30-33650213D1B0}" type="pres">
      <dgm:prSet presAssocID="{E731D67C-699C-47F1-BB3C-9E5F3B26F245}" presName="node" presStyleLbl="node1" presStyleIdx="2" presStyleCnt="4">
        <dgm:presLayoutVars>
          <dgm:bulletEnabled val="1"/>
        </dgm:presLayoutVars>
      </dgm:prSet>
      <dgm:spPr/>
    </dgm:pt>
    <dgm:pt modelId="{5306488A-DD2C-4A1A-AF7A-66DBCCE58050}" type="pres">
      <dgm:prSet presAssocID="{C17148B3-9DAB-4695-9F9F-41DAE7D23B7E}" presName="sibTrans" presStyleLbl="sibTrans2D1" presStyleIdx="2" presStyleCnt="4"/>
      <dgm:spPr/>
    </dgm:pt>
    <dgm:pt modelId="{77A16C05-FE9D-48FB-8DA2-2253D40957FA}" type="pres">
      <dgm:prSet presAssocID="{C17148B3-9DAB-4695-9F9F-41DAE7D23B7E}" presName="connectorText" presStyleLbl="sibTrans2D1" presStyleIdx="2" presStyleCnt="4"/>
      <dgm:spPr/>
    </dgm:pt>
    <dgm:pt modelId="{3998B5C6-263D-4908-9963-70F96558548D}" type="pres">
      <dgm:prSet presAssocID="{76D6401B-61BB-4FDB-A4AC-7FDB3A7EBB7D}" presName="node" presStyleLbl="node1" presStyleIdx="3" presStyleCnt="4">
        <dgm:presLayoutVars>
          <dgm:bulletEnabled val="1"/>
        </dgm:presLayoutVars>
      </dgm:prSet>
      <dgm:spPr/>
    </dgm:pt>
    <dgm:pt modelId="{90754410-41BC-4E12-BACC-D5EC62E0E096}" type="pres">
      <dgm:prSet presAssocID="{93E1CFF1-C6E3-4D1A-8F57-3597030D257B}" presName="sibTrans" presStyleLbl="sibTrans2D1" presStyleIdx="3" presStyleCnt="4"/>
      <dgm:spPr/>
    </dgm:pt>
    <dgm:pt modelId="{FEF1C4F4-1D4A-4975-B2D3-50E53507D312}" type="pres">
      <dgm:prSet presAssocID="{93E1CFF1-C6E3-4D1A-8F57-3597030D257B}" presName="connectorText" presStyleLbl="sibTrans2D1" presStyleIdx="3" presStyleCnt="4"/>
      <dgm:spPr/>
    </dgm:pt>
  </dgm:ptLst>
  <dgm:cxnLst>
    <dgm:cxn modelId="{419F5201-2B5D-492C-9609-7ACDBFE9806A}" type="presOf" srcId="{93E1CFF1-C6E3-4D1A-8F57-3597030D257B}" destId="{90754410-41BC-4E12-BACC-D5EC62E0E096}" srcOrd="0" destOrd="0" presId="urn:microsoft.com/office/officeart/2005/8/layout/cycle2"/>
    <dgm:cxn modelId="{2D356C13-F50E-4B69-9AA9-1ED3B651F673}" srcId="{19D77D15-D921-416F-9E8D-F2E423F3A45A}" destId="{76D6401B-61BB-4FDB-A4AC-7FDB3A7EBB7D}" srcOrd="3" destOrd="0" parTransId="{D9EC284C-AAC9-4AC3-B34C-6E5847B6836C}" sibTransId="{93E1CFF1-C6E3-4D1A-8F57-3597030D257B}"/>
    <dgm:cxn modelId="{9C7AC01D-0722-4F2B-9D04-9F51A8C6F521}" srcId="{19D77D15-D921-416F-9E8D-F2E423F3A45A}" destId="{77063030-A7BC-46FE-8579-E4D141C0104A}" srcOrd="0" destOrd="0" parTransId="{B7BF3DAB-CFAA-4931-AF0C-361FDC679A00}" sibTransId="{F68A6EC1-33C5-471C-9112-3CAE8B597F33}"/>
    <dgm:cxn modelId="{4148453B-F8FA-41ED-9BE8-A166D83C87EF}" type="presOf" srcId="{E731D67C-699C-47F1-BB3C-9E5F3B26F245}" destId="{096F7391-A1AA-485A-9E30-33650213D1B0}" srcOrd="0" destOrd="0" presId="urn:microsoft.com/office/officeart/2005/8/layout/cycle2"/>
    <dgm:cxn modelId="{4CCA2A66-11B2-4686-AEA2-CDC137761851}" type="presOf" srcId="{77063030-A7BC-46FE-8579-E4D141C0104A}" destId="{09DBCCF8-02BF-46F4-9F17-A1682BC184A5}" srcOrd="0" destOrd="0" presId="urn:microsoft.com/office/officeart/2005/8/layout/cycle2"/>
    <dgm:cxn modelId="{CFEB3A71-B2CD-45D7-AABE-4CFAAD8175D3}" type="presOf" srcId="{9AE2D05C-8D1C-49DC-B3C0-5641884AFA91}" destId="{DAEE0D43-48BC-423E-9CFE-460FA342DC2E}" srcOrd="0" destOrd="0" presId="urn:microsoft.com/office/officeart/2005/8/layout/cycle2"/>
    <dgm:cxn modelId="{27A4BF88-F004-4031-8109-420383BA2602}" type="presOf" srcId="{C17148B3-9DAB-4695-9F9F-41DAE7D23B7E}" destId="{77A16C05-FE9D-48FB-8DA2-2253D40957FA}" srcOrd="1" destOrd="0" presId="urn:microsoft.com/office/officeart/2005/8/layout/cycle2"/>
    <dgm:cxn modelId="{7CB56A98-55BD-4F0B-AD7E-E0806F3E374D}" type="presOf" srcId="{19D77D15-D921-416F-9E8D-F2E423F3A45A}" destId="{70E9527F-7001-4390-8594-0F4ECBF44301}" srcOrd="0" destOrd="0" presId="urn:microsoft.com/office/officeart/2005/8/layout/cycle2"/>
    <dgm:cxn modelId="{F929D9A6-45C2-453A-95C2-24303041A56C}" type="presOf" srcId="{F68A6EC1-33C5-471C-9112-3CAE8B597F33}" destId="{1B3C45D9-4080-4E05-8FBD-B2628649806F}" srcOrd="0" destOrd="0" presId="urn:microsoft.com/office/officeart/2005/8/layout/cycle2"/>
    <dgm:cxn modelId="{181419AB-1C2B-4A45-AC33-FEF467EA97A2}" type="presOf" srcId="{C17148B3-9DAB-4695-9F9F-41DAE7D23B7E}" destId="{5306488A-DD2C-4A1A-AF7A-66DBCCE58050}" srcOrd="0" destOrd="0" presId="urn:microsoft.com/office/officeart/2005/8/layout/cycle2"/>
    <dgm:cxn modelId="{CB2090B6-9488-42D9-AFD4-EEB4276511FB}" type="presOf" srcId="{93E1CFF1-C6E3-4D1A-8F57-3597030D257B}" destId="{FEF1C4F4-1D4A-4975-B2D3-50E53507D312}" srcOrd="1" destOrd="0" presId="urn:microsoft.com/office/officeart/2005/8/layout/cycle2"/>
    <dgm:cxn modelId="{2D60CDC9-638C-42E9-86B4-959A1363FD0E}" type="presOf" srcId="{9AE2D05C-8D1C-49DC-B3C0-5641884AFA91}" destId="{EA7C8A82-6F93-44B8-BB83-EEA0BB0C48DF}" srcOrd="1" destOrd="0" presId="urn:microsoft.com/office/officeart/2005/8/layout/cycle2"/>
    <dgm:cxn modelId="{8E5E35CB-0B0F-4546-AB3D-35AFD4BB78C5}" srcId="{19D77D15-D921-416F-9E8D-F2E423F3A45A}" destId="{86F79DB0-CEDA-49C9-B29C-52E01CA87511}" srcOrd="1" destOrd="0" parTransId="{5A889AB6-632E-4E65-8B55-7AE6448A7221}" sibTransId="{9AE2D05C-8D1C-49DC-B3C0-5641884AFA91}"/>
    <dgm:cxn modelId="{D7C009D1-B877-46C2-9658-35D957AB630C}" type="presOf" srcId="{76D6401B-61BB-4FDB-A4AC-7FDB3A7EBB7D}" destId="{3998B5C6-263D-4908-9963-70F96558548D}" srcOrd="0" destOrd="0" presId="urn:microsoft.com/office/officeart/2005/8/layout/cycle2"/>
    <dgm:cxn modelId="{C620C7E5-8EF0-4AAF-A27F-FC40A0AFE282}" type="presOf" srcId="{F68A6EC1-33C5-471C-9112-3CAE8B597F33}" destId="{80A75CC5-57B3-4C8F-9B69-9B6E21A118E9}" srcOrd="1" destOrd="0" presId="urn:microsoft.com/office/officeart/2005/8/layout/cycle2"/>
    <dgm:cxn modelId="{5C62C5EF-42A1-45EB-AE2C-D5C1BB2B34E5}" type="presOf" srcId="{86F79DB0-CEDA-49C9-B29C-52E01CA87511}" destId="{9B1E9B05-0F66-4120-9358-D1D0024433A1}" srcOrd="0" destOrd="0" presId="urn:microsoft.com/office/officeart/2005/8/layout/cycle2"/>
    <dgm:cxn modelId="{50C7C1F3-7D09-4B07-B7ED-9F19F636E184}" srcId="{19D77D15-D921-416F-9E8D-F2E423F3A45A}" destId="{E731D67C-699C-47F1-BB3C-9E5F3B26F245}" srcOrd="2" destOrd="0" parTransId="{45D1D352-612C-4818-B451-1B15D92A062F}" sibTransId="{C17148B3-9DAB-4695-9F9F-41DAE7D23B7E}"/>
    <dgm:cxn modelId="{87326D45-9801-4F66-BFCB-A7876530C329}" type="presParOf" srcId="{70E9527F-7001-4390-8594-0F4ECBF44301}" destId="{09DBCCF8-02BF-46F4-9F17-A1682BC184A5}" srcOrd="0" destOrd="0" presId="urn:microsoft.com/office/officeart/2005/8/layout/cycle2"/>
    <dgm:cxn modelId="{75A4E9EE-5552-4779-8C9E-D283F9B8C8DD}" type="presParOf" srcId="{70E9527F-7001-4390-8594-0F4ECBF44301}" destId="{1B3C45D9-4080-4E05-8FBD-B2628649806F}" srcOrd="1" destOrd="0" presId="urn:microsoft.com/office/officeart/2005/8/layout/cycle2"/>
    <dgm:cxn modelId="{08413353-DFF2-4087-BA3C-D961119EF9CF}" type="presParOf" srcId="{1B3C45D9-4080-4E05-8FBD-B2628649806F}" destId="{80A75CC5-57B3-4C8F-9B69-9B6E21A118E9}" srcOrd="0" destOrd="0" presId="urn:microsoft.com/office/officeart/2005/8/layout/cycle2"/>
    <dgm:cxn modelId="{35724B64-39BE-4263-86AE-D58A4551CA06}" type="presParOf" srcId="{70E9527F-7001-4390-8594-0F4ECBF44301}" destId="{9B1E9B05-0F66-4120-9358-D1D0024433A1}" srcOrd="2" destOrd="0" presId="urn:microsoft.com/office/officeart/2005/8/layout/cycle2"/>
    <dgm:cxn modelId="{6C608297-3985-48E4-ABC6-0BD1651D42AD}" type="presParOf" srcId="{70E9527F-7001-4390-8594-0F4ECBF44301}" destId="{DAEE0D43-48BC-423E-9CFE-460FA342DC2E}" srcOrd="3" destOrd="0" presId="urn:microsoft.com/office/officeart/2005/8/layout/cycle2"/>
    <dgm:cxn modelId="{9C53B49C-9AE0-4D21-BAD3-EF596BA2F155}" type="presParOf" srcId="{DAEE0D43-48BC-423E-9CFE-460FA342DC2E}" destId="{EA7C8A82-6F93-44B8-BB83-EEA0BB0C48DF}" srcOrd="0" destOrd="0" presId="urn:microsoft.com/office/officeart/2005/8/layout/cycle2"/>
    <dgm:cxn modelId="{217A5747-59F9-4C1E-BBC4-ABF5D4EC89DB}" type="presParOf" srcId="{70E9527F-7001-4390-8594-0F4ECBF44301}" destId="{096F7391-A1AA-485A-9E30-33650213D1B0}" srcOrd="4" destOrd="0" presId="urn:microsoft.com/office/officeart/2005/8/layout/cycle2"/>
    <dgm:cxn modelId="{AC4CC926-B1D3-47D3-972A-1E6EE07BD773}" type="presParOf" srcId="{70E9527F-7001-4390-8594-0F4ECBF44301}" destId="{5306488A-DD2C-4A1A-AF7A-66DBCCE58050}" srcOrd="5" destOrd="0" presId="urn:microsoft.com/office/officeart/2005/8/layout/cycle2"/>
    <dgm:cxn modelId="{9BE1535D-FB6C-48F1-B416-E7855C170CA1}" type="presParOf" srcId="{5306488A-DD2C-4A1A-AF7A-66DBCCE58050}" destId="{77A16C05-FE9D-48FB-8DA2-2253D40957FA}" srcOrd="0" destOrd="0" presId="urn:microsoft.com/office/officeart/2005/8/layout/cycle2"/>
    <dgm:cxn modelId="{7363E607-4346-4FB5-8DE0-D48EBF797217}" type="presParOf" srcId="{70E9527F-7001-4390-8594-0F4ECBF44301}" destId="{3998B5C6-263D-4908-9963-70F96558548D}" srcOrd="6" destOrd="0" presId="urn:microsoft.com/office/officeart/2005/8/layout/cycle2"/>
    <dgm:cxn modelId="{43C05A56-D612-4FD9-92F9-278586DED993}" type="presParOf" srcId="{70E9527F-7001-4390-8594-0F4ECBF44301}" destId="{90754410-41BC-4E12-BACC-D5EC62E0E096}" srcOrd="7" destOrd="0" presId="urn:microsoft.com/office/officeart/2005/8/layout/cycle2"/>
    <dgm:cxn modelId="{7D28CC98-82D9-4BBD-BD3B-B1D5112AD48B}" type="presParOf" srcId="{90754410-41BC-4E12-BACC-D5EC62E0E096}" destId="{FEF1C4F4-1D4A-4975-B2D3-50E53507D31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D37BE-85DD-4C3C-BFE8-4E4276A2A0C6}">
      <dsp:nvSpPr>
        <dsp:cNvPr id="0" name=""/>
        <dsp:cNvSpPr/>
      </dsp:nvSpPr>
      <dsp:spPr>
        <a:xfrm>
          <a:off x="0" y="396240"/>
          <a:ext cx="6815669" cy="52832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E7C3C-6989-4A0B-A4E0-73A9BD412E5B}">
      <dsp:nvSpPr>
        <dsp:cNvPr id="0" name=""/>
        <dsp:cNvSpPr/>
      </dsp:nvSpPr>
      <dsp:spPr>
        <a:xfrm>
          <a:off x="2995" y="0"/>
          <a:ext cx="1976810" cy="52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AWARENESS</a:t>
          </a:r>
        </a:p>
      </dsp:txBody>
      <dsp:txXfrm>
        <a:off x="2995" y="0"/>
        <a:ext cx="1976810" cy="528320"/>
      </dsp:txXfrm>
    </dsp:sp>
    <dsp:sp modelId="{E27C7650-64CB-46F0-B06E-4B0B3741F4F6}">
      <dsp:nvSpPr>
        <dsp:cNvPr id="0" name=""/>
        <dsp:cNvSpPr/>
      </dsp:nvSpPr>
      <dsp:spPr>
        <a:xfrm>
          <a:off x="925360" y="594360"/>
          <a:ext cx="132080" cy="1320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AC12D-9965-4EE0-B675-100A3E86FA5B}">
      <dsp:nvSpPr>
        <dsp:cNvPr id="0" name=""/>
        <dsp:cNvSpPr/>
      </dsp:nvSpPr>
      <dsp:spPr>
        <a:xfrm>
          <a:off x="2078645" y="792481"/>
          <a:ext cx="1976810" cy="52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ENGAGEMENT</a:t>
          </a:r>
        </a:p>
      </dsp:txBody>
      <dsp:txXfrm>
        <a:off x="2078645" y="792481"/>
        <a:ext cx="1976810" cy="528320"/>
      </dsp:txXfrm>
    </dsp:sp>
    <dsp:sp modelId="{17BF5184-1A65-4769-9C05-4E476F606DCD}">
      <dsp:nvSpPr>
        <dsp:cNvPr id="0" name=""/>
        <dsp:cNvSpPr/>
      </dsp:nvSpPr>
      <dsp:spPr>
        <a:xfrm>
          <a:off x="3001010" y="594360"/>
          <a:ext cx="132080" cy="1320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9CBDB5-0517-44AD-8275-6AA17334A425}">
      <dsp:nvSpPr>
        <dsp:cNvPr id="0" name=""/>
        <dsp:cNvSpPr/>
      </dsp:nvSpPr>
      <dsp:spPr>
        <a:xfrm>
          <a:off x="4154296" y="0"/>
          <a:ext cx="1976810" cy="52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SALES</a:t>
          </a:r>
        </a:p>
      </dsp:txBody>
      <dsp:txXfrm>
        <a:off x="4154296" y="0"/>
        <a:ext cx="1976810" cy="528320"/>
      </dsp:txXfrm>
    </dsp:sp>
    <dsp:sp modelId="{7271777B-CE7B-4032-918F-472BE1A31378}">
      <dsp:nvSpPr>
        <dsp:cNvPr id="0" name=""/>
        <dsp:cNvSpPr/>
      </dsp:nvSpPr>
      <dsp:spPr>
        <a:xfrm>
          <a:off x="5076661" y="594360"/>
          <a:ext cx="132080" cy="1320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71A77-16CD-4D71-A502-2CDE5A3127DD}">
      <dsp:nvSpPr>
        <dsp:cNvPr id="0" name=""/>
        <dsp:cNvSpPr/>
      </dsp:nvSpPr>
      <dsp:spPr>
        <a:xfrm>
          <a:off x="0" y="51392"/>
          <a:ext cx="9601196" cy="862875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Instagram Campaigns (20000rs)</a:t>
          </a:r>
          <a:r>
            <a:rPr lang="en-IN" sz="2000" kern="1200" dirty="0"/>
            <a:t> </a:t>
          </a:r>
        </a:p>
      </dsp:txBody>
      <dsp:txXfrm>
        <a:off x="42122" y="93514"/>
        <a:ext cx="9516952" cy="778631"/>
      </dsp:txXfrm>
    </dsp:sp>
    <dsp:sp modelId="{97846E64-4254-463B-8CBE-D125EC257260}">
      <dsp:nvSpPr>
        <dsp:cNvPr id="0" name=""/>
        <dsp:cNvSpPr/>
      </dsp:nvSpPr>
      <dsp:spPr>
        <a:xfrm>
          <a:off x="0" y="914268"/>
          <a:ext cx="9601196" cy="72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38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Create visually appealing posts/reels highlighting eco-friendly lifestyle. Run </a:t>
          </a:r>
          <a:r>
            <a:rPr lang="en-US" sz="1600" b="1" kern="1200" dirty="0"/>
            <a:t>paid ads</a:t>
          </a:r>
          <a:r>
            <a:rPr lang="en-US" sz="1600" kern="1200" dirty="0"/>
            <a:t> targeting 18–35 age group, urban professionals, fitness enthusiasts.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Use hashtags: #EcoSip #SustainableLiving #PlasticFreeIndia.</a:t>
          </a:r>
        </a:p>
      </dsp:txBody>
      <dsp:txXfrm>
        <a:off x="0" y="914268"/>
        <a:ext cx="9601196" cy="724500"/>
      </dsp:txXfrm>
    </dsp:sp>
    <dsp:sp modelId="{FD377E40-B0A8-44F8-A6DE-1AE33234B3F3}">
      <dsp:nvSpPr>
        <dsp:cNvPr id="0" name=""/>
        <dsp:cNvSpPr/>
      </dsp:nvSpPr>
      <dsp:spPr>
        <a:xfrm>
          <a:off x="0" y="1638768"/>
          <a:ext cx="9601196" cy="862875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000" b="1" kern="1200" dirty="0"/>
            <a:t>Google Search Ads (10000rs)</a:t>
          </a:r>
          <a:r>
            <a:rPr lang="en-IN" sz="2000" kern="1200" dirty="0"/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2000" kern="1200" dirty="0"/>
        </a:p>
      </dsp:txBody>
      <dsp:txXfrm>
        <a:off x="42122" y="1680890"/>
        <a:ext cx="9516952" cy="778631"/>
      </dsp:txXfrm>
    </dsp:sp>
    <dsp:sp modelId="{47710DB5-E465-4771-8EB4-81B436157CF7}">
      <dsp:nvSpPr>
        <dsp:cNvPr id="0" name=""/>
        <dsp:cNvSpPr/>
      </dsp:nvSpPr>
      <dsp:spPr>
        <a:xfrm>
          <a:off x="0" y="2501643"/>
          <a:ext cx="9601196" cy="765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38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IN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600" kern="1200"/>
            <a:t>Target keywords: “eco-friendly bottles,” “bamboo water bottle,” “sustainable lifestyle products.”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Focus on high-intent searches with shopping ads.</a:t>
          </a:r>
        </a:p>
      </dsp:txBody>
      <dsp:txXfrm>
        <a:off x="0" y="2501643"/>
        <a:ext cx="9601196" cy="7658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F11F4-8E46-4EC7-9B35-8C1153158D05}">
      <dsp:nvSpPr>
        <dsp:cNvPr id="0" name=""/>
        <dsp:cNvSpPr/>
      </dsp:nvSpPr>
      <dsp:spPr>
        <a:xfrm>
          <a:off x="0" y="59022"/>
          <a:ext cx="9677398" cy="132678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Influencer Tie-ups (8000rs)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           Micro-influencers (5K–20K followers) in fitness &amp; lifestyle niches.</a:t>
          </a:r>
          <a:endParaRPr lang="en-IN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	Product gifting + small collaboration fees.</a:t>
          </a:r>
          <a:endParaRPr lang="en-IN" sz="2100" kern="1200" dirty="0"/>
        </a:p>
      </dsp:txBody>
      <dsp:txXfrm>
        <a:off x="64768" y="123790"/>
        <a:ext cx="9547862" cy="11972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0BA4B-5DF0-478C-A373-BF3911C1276C}">
      <dsp:nvSpPr>
        <dsp:cNvPr id="0" name=""/>
        <dsp:cNvSpPr/>
      </dsp:nvSpPr>
      <dsp:spPr>
        <a:xfrm rot="5400000">
          <a:off x="6100981" y="-2535972"/>
          <a:ext cx="855663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Launch a UGC contest: “Show your EcoSip Lifestyle” → best posts win free bottles.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Collaborate with 2 mid-tier influencers (20K–50K followers).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200" kern="1200" dirty="0"/>
        </a:p>
      </dsp:txBody>
      <dsp:txXfrm rot="-5400000">
        <a:off x="3456430" y="150349"/>
        <a:ext cx="6102995" cy="772123"/>
      </dsp:txXfrm>
    </dsp:sp>
    <dsp:sp modelId="{B9654176-D563-42CE-982A-44F330092309}">
      <dsp:nvSpPr>
        <dsp:cNvPr id="0" name=""/>
        <dsp:cNvSpPr/>
      </dsp:nvSpPr>
      <dsp:spPr>
        <a:xfrm>
          <a:off x="0" y="1620"/>
          <a:ext cx="3456430" cy="106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Instagram Engagement (₹15,000)</a:t>
          </a:r>
          <a:r>
            <a:rPr lang="en-IN" sz="2000" kern="1200" dirty="0"/>
            <a:t> </a:t>
          </a:r>
        </a:p>
      </dsp:txBody>
      <dsp:txXfrm>
        <a:off x="52212" y="53832"/>
        <a:ext cx="3352006" cy="965154"/>
      </dsp:txXfrm>
    </dsp:sp>
    <dsp:sp modelId="{BDBF79D0-D963-4DAF-98B3-10D2EC27C8D0}">
      <dsp:nvSpPr>
        <dsp:cNvPr id="0" name=""/>
        <dsp:cNvSpPr/>
      </dsp:nvSpPr>
      <dsp:spPr>
        <a:xfrm rot="5400000">
          <a:off x="6100981" y="-1412914"/>
          <a:ext cx="855663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Retarget website visitors with display ads.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Optimize ad copy with sustainability + trendy design USP.</a:t>
          </a:r>
          <a:endParaRPr lang="en-IN" sz="1600" kern="1200" dirty="0"/>
        </a:p>
      </dsp:txBody>
      <dsp:txXfrm rot="-5400000">
        <a:off x="3456430" y="1273407"/>
        <a:ext cx="6102995" cy="772123"/>
      </dsp:txXfrm>
    </dsp:sp>
    <dsp:sp modelId="{A97961D4-4A95-4F6C-8B70-DA6F10ECD037}">
      <dsp:nvSpPr>
        <dsp:cNvPr id="0" name=""/>
        <dsp:cNvSpPr/>
      </dsp:nvSpPr>
      <dsp:spPr>
        <a:xfrm>
          <a:off x="0" y="1124678"/>
          <a:ext cx="3456430" cy="106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Google Ads (₹10,000)</a:t>
          </a:r>
          <a:r>
            <a:rPr lang="en-IN" sz="2000" kern="1200" dirty="0"/>
            <a:t> </a:t>
          </a:r>
        </a:p>
      </dsp:txBody>
      <dsp:txXfrm>
        <a:off x="52212" y="1176890"/>
        <a:ext cx="3352006" cy="965154"/>
      </dsp:txXfrm>
    </dsp:sp>
    <dsp:sp modelId="{99E5792E-2497-4081-9D49-7443DCD58068}">
      <dsp:nvSpPr>
        <dsp:cNvPr id="0" name=""/>
        <dsp:cNvSpPr/>
      </dsp:nvSpPr>
      <dsp:spPr>
        <a:xfrm rot="5400000">
          <a:off x="6100981" y="-289856"/>
          <a:ext cx="855663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Sponsored posts with fitness trainers &amp; yoga coaches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Short Instagram reels showing </a:t>
          </a:r>
          <a:r>
            <a:rPr lang="en-US" sz="1600" kern="1200" dirty="0" err="1"/>
            <a:t>EcoSip</a:t>
          </a:r>
          <a:r>
            <a:rPr lang="en-US" sz="1600" kern="1200" dirty="0"/>
            <a:t> bottles in daily routines</a:t>
          </a:r>
          <a:endParaRPr lang="en-IN" sz="1600" kern="1200" dirty="0"/>
        </a:p>
      </dsp:txBody>
      <dsp:txXfrm rot="-5400000">
        <a:off x="3456430" y="2396465"/>
        <a:ext cx="6102995" cy="772123"/>
      </dsp:txXfrm>
    </dsp:sp>
    <dsp:sp modelId="{4258DC44-01F7-4C6F-AC28-81724BE9E498}">
      <dsp:nvSpPr>
        <dsp:cNvPr id="0" name=""/>
        <dsp:cNvSpPr/>
      </dsp:nvSpPr>
      <dsp:spPr>
        <a:xfrm>
          <a:off x="0" y="2247736"/>
          <a:ext cx="3456430" cy="106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Influencer Campaigns (₹7,000)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>
        <a:off x="52212" y="2299948"/>
        <a:ext cx="3352006" cy="9651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C90CF-D960-4EB8-B3C7-3AA9A0DA41BD}">
      <dsp:nvSpPr>
        <dsp:cNvPr id="0" name=""/>
        <dsp:cNvSpPr/>
      </dsp:nvSpPr>
      <dsp:spPr>
        <a:xfrm rot="5400000">
          <a:off x="6100981" y="-2535972"/>
          <a:ext cx="855663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Focus on limited-time offers (e.g., “Buy 1 Get 10% Off”)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Carousel ads showing product range.</a:t>
          </a:r>
          <a:endParaRPr lang="en-IN" sz="1400" kern="1200" dirty="0"/>
        </a:p>
      </dsp:txBody>
      <dsp:txXfrm rot="-5400000">
        <a:off x="3456430" y="150349"/>
        <a:ext cx="6102995" cy="772123"/>
      </dsp:txXfrm>
    </dsp:sp>
    <dsp:sp modelId="{7C469094-B9D7-4F20-9D36-ECB7E680B9A7}">
      <dsp:nvSpPr>
        <dsp:cNvPr id="0" name=""/>
        <dsp:cNvSpPr/>
      </dsp:nvSpPr>
      <dsp:spPr>
        <a:xfrm>
          <a:off x="0" y="1620"/>
          <a:ext cx="3456430" cy="106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Instagram Ads (12000rs)</a:t>
          </a:r>
        </a:p>
      </dsp:txBody>
      <dsp:txXfrm>
        <a:off x="52212" y="53832"/>
        <a:ext cx="3352006" cy="965154"/>
      </dsp:txXfrm>
    </dsp:sp>
    <dsp:sp modelId="{5FA914A0-D55A-45D2-BC80-837B0474F9CC}">
      <dsp:nvSpPr>
        <dsp:cNvPr id="0" name=""/>
        <dsp:cNvSpPr/>
      </dsp:nvSpPr>
      <dsp:spPr>
        <a:xfrm rot="5400000">
          <a:off x="6100981" y="-1412914"/>
          <a:ext cx="855663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Conversion-focused campaigns with clear CTAs (“Shop Now”).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Geo-targeting metro cities (Delhi, Mumbai, Bangalore)</a:t>
          </a:r>
        </a:p>
      </dsp:txBody>
      <dsp:txXfrm rot="-5400000">
        <a:off x="3456430" y="1273407"/>
        <a:ext cx="6102995" cy="772123"/>
      </dsp:txXfrm>
    </dsp:sp>
    <dsp:sp modelId="{23DBB269-E535-4B9D-BE03-D4A48BC84717}">
      <dsp:nvSpPr>
        <dsp:cNvPr id="0" name=""/>
        <dsp:cNvSpPr/>
      </dsp:nvSpPr>
      <dsp:spPr>
        <a:xfrm>
          <a:off x="0" y="1124678"/>
          <a:ext cx="3456430" cy="106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Google Ads (8000rs)</a:t>
          </a:r>
        </a:p>
      </dsp:txBody>
      <dsp:txXfrm>
        <a:off x="52212" y="1176890"/>
        <a:ext cx="3352006" cy="965154"/>
      </dsp:txXfrm>
    </dsp:sp>
    <dsp:sp modelId="{AE35966A-7A3E-4530-A77A-89FE9E86F2DC}">
      <dsp:nvSpPr>
        <dsp:cNvPr id="0" name=""/>
        <dsp:cNvSpPr/>
      </dsp:nvSpPr>
      <dsp:spPr>
        <a:xfrm rot="5400000">
          <a:off x="6100981" y="-289856"/>
          <a:ext cx="855663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Collaborate with 1 macro influencer (50K–100K followers) for a final sales push.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400" kern="1200"/>
        </a:p>
      </dsp:txBody>
      <dsp:txXfrm rot="-5400000">
        <a:off x="3456430" y="2396465"/>
        <a:ext cx="6102995" cy="772123"/>
      </dsp:txXfrm>
    </dsp:sp>
    <dsp:sp modelId="{B2B508CF-8926-44BB-914C-EE414B6870F7}">
      <dsp:nvSpPr>
        <dsp:cNvPr id="0" name=""/>
        <dsp:cNvSpPr/>
      </dsp:nvSpPr>
      <dsp:spPr>
        <a:xfrm>
          <a:off x="0" y="2247736"/>
          <a:ext cx="3456430" cy="106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Influencers Tie-ups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(5000rs)</a:t>
          </a:r>
        </a:p>
      </dsp:txBody>
      <dsp:txXfrm>
        <a:off x="52212" y="2299948"/>
        <a:ext cx="3352006" cy="9651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F9A53-2F1D-4454-994A-739BF154FCFA}">
      <dsp:nvSpPr>
        <dsp:cNvPr id="0" name=""/>
        <dsp:cNvSpPr/>
      </dsp:nvSpPr>
      <dsp:spPr>
        <a:xfrm>
          <a:off x="1758" y="1154326"/>
          <a:ext cx="2020564" cy="1010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Instagram</a:t>
          </a:r>
          <a:r>
            <a:rPr lang="en-US" sz="2000" b="0" i="0" kern="1200" baseline="0" dirty="0"/>
            <a:t>: </a:t>
          </a:r>
          <a:r>
            <a:rPr lang="en-US" sz="1400" b="0" i="0" kern="1200" baseline="0" dirty="0"/>
            <a:t>Reach, engagement rate, follower growth, UGC participation. </a:t>
          </a:r>
          <a:endParaRPr lang="en-IN" sz="1400" kern="1200" dirty="0"/>
        </a:p>
      </dsp:txBody>
      <dsp:txXfrm>
        <a:off x="31348" y="1183916"/>
        <a:ext cx="1961384" cy="951102"/>
      </dsp:txXfrm>
    </dsp:sp>
    <dsp:sp modelId="{E140933D-96C5-4A6D-825B-D22A94204D50}">
      <dsp:nvSpPr>
        <dsp:cNvPr id="0" name=""/>
        <dsp:cNvSpPr/>
      </dsp:nvSpPr>
      <dsp:spPr>
        <a:xfrm>
          <a:off x="2527463" y="1154326"/>
          <a:ext cx="2020564" cy="1010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Google Ads</a:t>
          </a:r>
          <a:r>
            <a:rPr lang="en-US" sz="1400" b="0" i="0" kern="1200" baseline="0" dirty="0"/>
            <a:t>: CTR, conversion rate, cost per acquisition (CPA). </a:t>
          </a:r>
          <a:endParaRPr lang="en-IN" sz="1400" kern="1200" dirty="0"/>
        </a:p>
      </dsp:txBody>
      <dsp:txXfrm>
        <a:off x="2557053" y="1183916"/>
        <a:ext cx="1961384" cy="951102"/>
      </dsp:txXfrm>
    </dsp:sp>
    <dsp:sp modelId="{3ECE46AB-54F3-43A1-95FB-88F0D8A75984}">
      <dsp:nvSpPr>
        <dsp:cNvPr id="0" name=""/>
        <dsp:cNvSpPr/>
      </dsp:nvSpPr>
      <dsp:spPr>
        <a:xfrm>
          <a:off x="5053168" y="1154326"/>
          <a:ext cx="2020564" cy="1010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Influencers</a:t>
          </a:r>
          <a:r>
            <a:rPr lang="en-US" sz="2000" b="0" i="0" kern="1200" baseline="0" dirty="0"/>
            <a:t>: </a:t>
          </a:r>
          <a:r>
            <a:rPr lang="en-US" sz="1400" b="0" i="0" kern="1200" baseline="0" dirty="0"/>
            <a:t>Engagement on sponsored posts, referral traffic, coupon code usage. </a:t>
          </a:r>
          <a:endParaRPr lang="en-IN" sz="1400" kern="1200" dirty="0"/>
        </a:p>
      </dsp:txBody>
      <dsp:txXfrm>
        <a:off x="5082758" y="1183916"/>
        <a:ext cx="1961384" cy="951102"/>
      </dsp:txXfrm>
    </dsp:sp>
    <dsp:sp modelId="{366F2518-2086-4004-A18E-CEF2BD853586}">
      <dsp:nvSpPr>
        <dsp:cNvPr id="0" name=""/>
        <dsp:cNvSpPr/>
      </dsp:nvSpPr>
      <dsp:spPr>
        <a:xfrm>
          <a:off x="7578873" y="1154326"/>
          <a:ext cx="2020564" cy="1010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Sales</a:t>
          </a:r>
          <a:r>
            <a:rPr lang="en-US" sz="2100" b="0" i="0" kern="1200" baseline="0" dirty="0"/>
            <a:t>: </a:t>
          </a:r>
          <a:r>
            <a:rPr lang="en-US" sz="1400" b="0" i="0" kern="1200" baseline="0" dirty="0"/>
            <a:t>Monthly online orders, repeat customers</a:t>
          </a:r>
          <a:r>
            <a:rPr lang="en-US" sz="2100" b="0" i="0" kern="1200" baseline="0" dirty="0"/>
            <a:t>. </a:t>
          </a:r>
          <a:endParaRPr lang="en-IN" sz="2100" kern="1200" dirty="0"/>
        </a:p>
      </dsp:txBody>
      <dsp:txXfrm>
        <a:off x="7608463" y="1183916"/>
        <a:ext cx="1961384" cy="9511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B4CA1-2C25-4CB9-A1E8-197FD3BE51F0}">
      <dsp:nvSpPr>
        <dsp:cNvPr id="0" name=""/>
        <dsp:cNvSpPr/>
      </dsp:nvSpPr>
      <dsp:spPr>
        <a:xfrm>
          <a:off x="0" y="737419"/>
          <a:ext cx="9933038" cy="98322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74F292-0BE3-4BD7-AF95-966D62371121}">
      <dsp:nvSpPr>
        <dsp:cNvPr id="0" name=""/>
        <dsp:cNvSpPr/>
      </dsp:nvSpPr>
      <dsp:spPr>
        <a:xfrm>
          <a:off x="4365" y="0"/>
          <a:ext cx="2880969" cy="983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 err="1"/>
            <a:t>EcoSip</a:t>
          </a:r>
          <a:r>
            <a:rPr lang="en-US" sz="2000" b="0" i="0" kern="1200" baseline="0" dirty="0"/>
            <a:t> Storytelling: </a:t>
          </a:r>
          <a:r>
            <a:rPr lang="en-US" sz="1800" b="0" i="0" kern="1200" baseline="0" dirty="0"/>
            <a:t>Short reels showing “Plastic vs </a:t>
          </a:r>
          <a:r>
            <a:rPr lang="en-US" sz="1800" b="0" i="0" kern="1200" baseline="0" dirty="0" err="1"/>
            <a:t>EcoSip</a:t>
          </a:r>
          <a:r>
            <a:rPr lang="en-US" sz="1800" b="0" i="0" kern="1200" baseline="0" dirty="0"/>
            <a:t>” lifestyle. </a:t>
          </a:r>
          <a:endParaRPr lang="en-IN" sz="1800" kern="1200" dirty="0"/>
        </a:p>
      </dsp:txBody>
      <dsp:txXfrm>
        <a:off x="4365" y="0"/>
        <a:ext cx="2880969" cy="983225"/>
      </dsp:txXfrm>
    </dsp:sp>
    <dsp:sp modelId="{753111A2-EA48-406F-BD9D-B035A6FFD8A7}">
      <dsp:nvSpPr>
        <dsp:cNvPr id="0" name=""/>
        <dsp:cNvSpPr/>
      </dsp:nvSpPr>
      <dsp:spPr>
        <a:xfrm>
          <a:off x="1321946" y="1106128"/>
          <a:ext cx="245806" cy="245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E3AAC-BE51-47C8-9EB2-5453BC1EC1A5}">
      <dsp:nvSpPr>
        <dsp:cNvPr id="0" name=""/>
        <dsp:cNvSpPr/>
      </dsp:nvSpPr>
      <dsp:spPr>
        <a:xfrm>
          <a:off x="3029382" y="1474838"/>
          <a:ext cx="2880969" cy="983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Collaborations with eco-conscious NGOs for credibility. </a:t>
          </a:r>
          <a:endParaRPr lang="en-IN" sz="1800" kern="1200"/>
        </a:p>
      </dsp:txBody>
      <dsp:txXfrm>
        <a:off x="3029382" y="1474838"/>
        <a:ext cx="2880969" cy="983225"/>
      </dsp:txXfrm>
    </dsp:sp>
    <dsp:sp modelId="{D142B157-74B9-4D22-9219-CDCBE7401FE1}">
      <dsp:nvSpPr>
        <dsp:cNvPr id="0" name=""/>
        <dsp:cNvSpPr/>
      </dsp:nvSpPr>
      <dsp:spPr>
        <a:xfrm>
          <a:off x="4346963" y="1106128"/>
          <a:ext cx="245806" cy="245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01A15-13C9-40EC-BC63-81885C1902E7}">
      <dsp:nvSpPr>
        <dsp:cNvPr id="0" name=""/>
        <dsp:cNvSpPr/>
      </dsp:nvSpPr>
      <dsp:spPr>
        <a:xfrm>
          <a:off x="6054400" y="0"/>
          <a:ext cx="2880969" cy="983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Use discount codes tied to influencers (e.g., “FIT10” for 10% off). </a:t>
          </a:r>
          <a:endParaRPr lang="en-IN" sz="1800" kern="1200"/>
        </a:p>
      </dsp:txBody>
      <dsp:txXfrm>
        <a:off x="6054400" y="0"/>
        <a:ext cx="2880969" cy="983225"/>
      </dsp:txXfrm>
    </dsp:sp>
    <dsp:sp modelId="{D1CDE3D5-D13F-4C5B-994C-B59D40F293F4}">
      <dsp:nvSpPr>
        <dsp:cNvPr id="0" name=""/>
        <dsp:cNvSpPr/>
      </dsp:nvSpPr>
      <dsp:spPr>
        <a:xfrm>
          <a:off x="7371981" y="1106128"/>
          <a:ext cx="245806" cy="245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BCCF8-02BF-46F4-9F17-A1682BC184A5}">
      <dsp:nvSpPr>
        <dsp:cNvPr id="0" name=""/>
        <dsp:cNvSpPr/>
      </dsp:nvSpPr>
      <dsp:spPr>
        <a:xfrm>
          <a:off x="4372152" y="396"/>
          <a:ext cx="1257558" cy="12575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This is the balanced plan within 80000rs budget</a:t>
          </a:r>
        </a:p>
      </dsp:txBody>
      <dsp:txXfrm>
        <a:off x="4556317" y="184561"/>
        <a:ext cx="889228" cy="889228"/>
      </dsp:txXfrm>
    </dsp:sp>
    <dsp:sp modelId="{1B3C45D9-4080-4E05-8FBD-B2628649806F}">
      <dsp:nvSpPr>
        <dsp:cNvPr id="0" name=""/>
        <dsp:cNvSpPr/>
      </dsp:nvSpPr>
      <dsp:spPr>
        <a:xfrm rot="2700000">
          <a:off x="5494665" y="1077687"/>
          <a:ext cx="333984" cy="4244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5509338" y="1127148"/>
        <a:ext cx="233789" cy="254656"/>
      </dsp:txXfrm>
    </dsp:sp>
    <dsp:sp modelId="{9B1E9B05-0F66-4120-9358-D1D0024433A1}">
      <dsp:nvSpPr>
        <dsp:cNvPr id="0" name=""/>
        <dsp:cNvSpPr/>
      </dsp:nvSpPr>
      <dsp:spPr>
        <a:xfrm>
          <a:off x="5706971" y="1335214"/>
          <a:ext cx="1257558" cy="12575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1</a:t>
          </a:r>
          <a:r>
            <a:rPr lang="en-IN" sz="1300" kern="1200" baseline="30000"/>
            <a:t>st</a:t>
          </a:r>
          <a:r>
            <a:rPr lang="en-IN" sz="1300" kern="1200"/>
            <a:t> month: shown allocation regarding  awareness </a:t>
          </a:r>
        </a:p>
      </dsp:txBody>
      <dsp:txXfrm>
        <a:off x="5891136" y="1519379"/>
        <a:ext cx="889228" cy="889228"/>
      </dsp:txXfrm>
    </dsp:sp>
    <dsp:sp modelId="{DAEE0D43-48BC-423E-9CFE-460FA342DC2E}">
      <dsp:nvSpPr>
        <dsp:cNvPr id="0" name=""/>
        <dsp:cNvSpPr/>
      </dsp:nvSpPr>
      <dsp:spPr>
        <a:xfrm rot="8100000">
          <a:off x="5508032" y="2412506"/>
          <a:ext cx="333984" cy="4244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10800000">
        <a:off x="5593554" y="2461967"/>
        <a:ext cx="233789" cy="254656"/>
      </dsp:txXfrm>
    </dsp:sp>
    <dsp:sp modelId="{096F7391-A1AA-485A-9E30-33650213D1B0}">
      <dsp:nvSpPr>
        <dsp:cNvPr id="0" name=""/>
        <dsp:cNvSpPr/>
      </dsp:nvSpPr>
      <dsp:spPr>
        <a:xfrm>
          <a:off x="4372152" y="2670033"/>
          <a:ext cx="1257558" cy="12575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2</a:t>
          </a:r>
          <a:r>
            <a:rPr lang="en-IN" sz="1300" kern="1200" baseline="30000"/>
            <a:t>nd</a:t>
          </a:r>
          <a:r>
            <a:rPr lang="en-IN" sz="1300" kern="1200"/>
            <a:t> month: shown allocation regarding  engagement</a:t>
          </a:r>
        </a:p>
      </dsp:txBody>
      <dsp:txXfrm>
        <a:off x="4556317" y="2854198"/>
        <a:ext cx="889228" cy="889228"/>
      </dsp:txXfrm>
    </dsp:sp>
    <dsp:sp modelId="{5306488A-DD2C-4A1A-AF7A-66DBCCE58050}">
      <dsp:nvSpPr>
        <dsp:cNvPr id="0" name=""/>
        <dsp:cNvSpPr/>
      </dsp:nvSpPr>
      <dsp:spPr>
        <a:xfrm rot="13500000">
          <a:off x="4173214" y="2425874"/>
          <a:ext cx="333984" cy="4244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10800000">
        <a:off x="4258736" y="2546183"/>
        <a:ext cx="233789" cy="254656"/>
      </dsp:txXfrm>
    </dsp:sp>
    <dsp:sp modelId="{3998B5C6-263D-4908-9963-70F96558548D}">
      <dsp:nvSpPr>
        <dsp:cNvPr id="0" name=""/>
        <dsp:cNvSpPr/>
      </dsp:nvSpPr>
      <dsp:spPr>
        <a:xfrm>
          <a:off x="3037334" y="1335214"/>
          <a:ext cx="1257558" cy="12575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3</a:t>
          </a:r>
          <a:r>
            <a:rPr lang="en-IN" sz="1300" kern="1200" baseline="30000"/>
            <a:t>rd</a:t>
          </a:r>
          <a:r>
            <a:rPr lang="en-IN" sz="1300" kern="1200"/>
            <a:t> month: shown allocation regarding  sales push</a:t>
          </a:r>
        </a:p>
      </dsp:txBody>
      <dsp:txXfrm>
        <a:off x="3221499" y="1519379"/>
        <a:ext cx="889228" cy="889228"/>
      </dsp:txXfrm>
    </dsp:sp>
    <dsp:sp modelId="{90754410-41BC-4E12-BACC-D5EC62E0E096}">
      <dsp:nvSpPr>
        <dsp:cNvPr id="0" name=""/>
        <dsp:cNvSpPr/>
      </dsp:nvSpPr>
      <dsp:spPr>
        <a:xfrm rot="18900000">
          <a:off x="4159846" y="1091055"/>
          <a:ext cx="333984" cy="4244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4174519" y="1211364"/>
        <a:ext cx="233789" cy="254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06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31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26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46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89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77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8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60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66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272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20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474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869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779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294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740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4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240638-0D95-4BDF-97DD-1BD88CC8F15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1AEE1CF-6200-419A-A7B8-5DD69B771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75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olandopark.org/thank-you-friends-and-community-for-supporting-our-fundraiser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C1A6-4C1B-9684-6D56-2230693F5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dirty="0">
                <a:latin typeface="Algerian" panose="04020705040A02060702" pitchFamily="82" charset="0"/>
              </a:rPr>
              <a:t>Eco sip bottles: 3 months digital marketing strategy plan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FC0F13-DC5C-4763-FD94-CEFC6D9B9A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3315466"/>
              </p:ext>
            </p:extLst>
          </p:nvPr>
        </p:nvGraphicFramePr>
        <p:xfrm>
          <a:off x="2692398" y="3657597"/>
          <a:ext cx="6815669" cy="1320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536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A3A8-4E97-1BAF-ADE9-7A2CA071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latin typeface="Arial Black" panose="020B0A04020102020204" pitchFamily="34" charset="0"/>
              </a:rPr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AE6B8-E826-2537-BC4F-BBD8BCB17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strong brand awareness around sustainability + trendy design.</a:t>
            </a:r>
          </a:p>
          <a:p>
            <a:r>
              <a:rPr lang="en-US" dirty="0"/>
              <a:t>Drive online sales via targeted ads and influencer collaborations.</a:t>
            </a:r>
          </a:p>
          <a:p>
            <a:r>
              <a:rPr lang="en-US" dirty="0"/>
              <a:t>Position </a:t>
            </a:r>
            <a:r>
              <a:rPr lang="en-US" dirty="0" err="1"/>
              <a:t>EcoSip</a:t>
            </a:r>
            <a:r>
              <a:rPr lang="en-US" dirty="0"/>
              <a:t> as the go-to eco-friendly bottle brand for youth &amp; professionals.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150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CF38-791E-A48B-24B9-06B384263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Month 1:awareness and </a:t>
            </a:r>
            <a:br>
              <a:rPr lang="en-IN" dirty="0">
                <a:latin typeface="Algerian" panose="04020705040A02060702" pitchFamily="82" charset="0"/>
              </a:rPr>
            </a:br>
            <a:r>
              <a:rPr lang="en-IN" dirty="0">
                <a:latin typeface="Algerian" panose="04020705040A02060702" pitchFamily="82" charset="0"/>
              </a:rPr>
              <a:t>launch push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BA4D252-57C7-D7F0-6DAD-A7269BB9E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F397486-831A-CC06-495D-D4C3A1D9FB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441272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680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925D-4549-F183-0CAE-AA05D56E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D93540-16DC-3BB5-40F9-F1A954E7F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841409"/>
              </p:ext>
            </p:extLst>
          </p:nvPr>
        </p:nvGraphicFramePr>
        <p:xfrm>
          <a:off x="1295400" y="2556932"/>
          <a:ext cx="9677399" cy="1385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848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0A97-7881-0F77-A95B-0F695C3E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Month 2: engagement and </a:t>
            </a:r>
            <a:br>
              <a:rPr lang="en-IN" dirty="0">
                <a:latin typeface="Algerian" panose="04020705040A02060702" pitchFamily="82" charset="0"/>
              </a:rPr>
            </a:br>
            <a:r>
              <a:rPr lang="en-IN" dirty="0">
                <a:latin typeface="Algerian" panose="04020705040A02060702" pitchFamily="82" charset="0"/>
              </a:rPr>
              <a:t>trust building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2AC5F3-90FE-BC89-3E56-1D4AF98F0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270890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714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2F3F-27F1-E85C-1F52-39B15526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Month 3: conversion and</a:t>
            </a:r>
            <a:br>
              <a:rPr lang="en-IN" dirty="0">
                <a:latin typeface="Algerian" panose="04020705040A02060702" pitchFamily="82" charset="0"/>
              </a:rPr>
            </a:br>
            <a:r>
              <a:rPr lang="en-IN" dirty="0">
                <a:latin typeface="Algerian" panose="04020705040A02060702" pitchFamily="82" charset="0"/>
              </a:rPr>
              <a:t>sales push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46EF44-A716-518D-CB2B-62065E1C5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101355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418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FD19-3BD6-AE56-702A-71474422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BUDGET ALLOCATION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2E3306-5DD8-8765-4767-D9B3F3CB5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725057"/>
              </p:ext>
            </p:extLst>
          </p:nvPr>
        </p:nvGraphicFramePr>
        <p:xfrm>
          <a:off x="1295400" y="2557463"/>
          <a:ext cx="9601195" cy="2392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311677703"/>
                    </a:ext>
                  </a:extLst>
                </a:gridCol>
                <a:gridCol w="1920239">
                  <a:extLst>
                    <a:ext uri="{9D8B030D-6E8A-4147-A177-3AD203B41FA5}">
                      <a16:colId xmlns:a16="http://schemas.microsoft.com/office/drawing/2014/main" val="3225568815"/>
                    </a:ext>
                  </a:extLst>
                </a:gridCol>
                <a:gridCol w="1920239">
                  <a:extLst>
                    <a:ext uri="{9D8B030D-6E8A-4147-A177-3AD203B41FA5}">
                      <a16:colId xmlns:a16="http://schemas.microsoft.com/office/drawing/2014/main" val="2396666509"/>
                    </a:ext>
                  </a:extLst>
                </a:gridCol>
                <a:gridCol w="1920239">
                  <a:extLst>
                    <a:ext uri="{9D8B030D-6E8A-4147-A177-3AD203B41FA5}">
                      <a16:colId xmlns:a16="http://schemas.microsoft.com/office/drawing/2014/main" val="1967421446"/>
                    </a:ext>
                  </a:extLst>
                </a:gridCol>
                <a:gridCol w="1920239">
                  <a:extLst>
                    <a:ext uri="{9D8B030D-6E8A-4147-A177-3AD203B41FA5}">
                      <a16:colId xmlns:a16="http://schemas.microsoft.com/office/drawing/2014/main" val="1660581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MONTH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647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INSTAGRAM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47000rs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051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GOOGLE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28000rs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26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INFLUENCERS TIE-UPS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492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80000rs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655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428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83B5-4BCB-2C94-5E34-FB9AD392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Berlin Sans FB Demi" panose="020E0802020502020306" pitchFamily="34" charset="0"/>
              </a:rPr>
              <a:t>KEY PERFORMANCE INDICATORS (KPIs)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0FAA58A-D787-B4EC-023F-13A7F7B032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120521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8199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AF5D-7332-7746-96AF-87F3BD70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erlin Sans FB Demi" panose="020E0802020502020306" pitchFamily="34" charset="0"/>
              </a:rPr>
              <a:t>CREATIVE IDEAS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FBC9A9-F534-CAC4-E701-082B84434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208440"/>
              </p:ext>
            </p:extLst>
          </p:nvPr>
        </p:nvGraphicFramePr>
        <p:xfrm>
          <a:off x="1295401" y="2703871"/>
          <a:ext cx="9933038" cy="2458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7823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A7ED-3D00-BE11-D064-36FDEC78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20EB28-FAC5-8C38-74DA-76F0AE9959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498072"/>
              </p:ext>
            </p:extLst>
          </p:nvPr>
        </p:nvGraphicFramePr>
        <p:xfrm>
          <a:off x="1295401" y="2285999"/>
          <a:ext cx="10001864" cy="3927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2403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072F88-BD2D-0227-90D6-A984FB10CC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SUBMITTED BY –URVASHI BHATT</a:t>
            </a:r>
          </a:p>
          <a:p>
            <a:endParaRPr lang="en-IN" sz="2800" dirty="0"/>
          </a:p>
        </p:txBody>
      </p:sp>
      <p:pic>
        <p:nvPicPr>
          <p:cNvPr id="8" name="Content Placeholder 4" descr="A yellow and black text&#10;&#10;AI-generated content may be incorrect.">
            <a:extLst>
              <a:ext uri="{FF2B5EF4-FFF2-40B4-BE49-F238E27FC236}">
                <a16:creationId xmlns:a16="http://schemas.microsoft.com/office/drawing/2014/main" id="{C54D7821-5D74-2EA6-8676-EAD5782E1E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402200" y="3216224"/>
            <a:ext cx="3404613" cy="293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3604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72</TotalTime>
  <Words>493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Arial Black</vt:lpstr>
      <vt:lpstr>Berlin Sans FB Demi</vt:lpstr>
      <vt:lpstr>Garamond</vt:lpstr>
      <vt:lpstr>Organic</vt:lpstr>
      <vt:lpstr>Eco sip bottles: 3 months digital marketing strategy plan</vt:lpstr>
      <vt:lpstr>OBJECTIVES </vt:lpstr>
      <vt:lpstr>Month 1:awareness and  launch push</vt:lpstr>
      <vt:lpstr>PowerPoint Presentation</vt:lpstr>
      <vt:lpstr>Month 2: engagement and  trust building</vt:lpstr>
      <vt:lpstr>Month 3: conversion and sales push</vt:lpstr>
      <vt:lpstr>BUDGET ALLOCATION SUMMARY</vt:lpstr>
      <vt:lpstr>KEY PERFORMANCE INDICATORS (KPIs)</vt:lpstr>
      <vt:lpstr>CREATIVE IDEAS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Urvashi Bhatt</dc:creator>
  <cp:lastModifiedBy>Urvashi Bhatt</cp:lastModifiedBy>
  <cp:revision>1</cp:revision>
  <dcterms:created xsi:type="dcterms:W3CDTF">2025-11-30T14:04:48Z</dcterms:created>
  <dcterms:modified xsi:type="dcterms:W3CDTF">2025-11-30T15:17:32Z</dcterms:modified>
</cp:coreProperties>
</file>